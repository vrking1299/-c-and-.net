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72" d="100"/>
          <a:sy n="72" d="100"/>
        </p:scale>
        <p:origin x="6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45BD54-D254-4322-AF58-CAE8257A3F82}"/>
              </a:ext>
            </a:extLst>
          </p:cNvPr>
          <p:cNvSpPr/>
          <p:nvPr/>
        </p:nvSpPr>
        <p:spPr>
          <a:xfrm>
            <a:off x="0" y="0"/>
            <a:ext cx="4710545"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10DB2E3-BEBB-417E-9A38-25C15BFBA35A}"/>
              </a:ext>
            </a:extLst>
          </p:cNvPr>
          <p:cNvSpPr/>
          <p:nvPr/>
        </p:nvSpPr>
        <p:spPr>
          <a:xfrm>
            <a:off x="3579669" y="145641"/>
            <a:ext cx="8409707"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1FEF01-CFDC-4705-BBAE-88BD256BEE19}"/>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776D622D-9BE6-4C9D-8064-B078A5E909E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7B9C8AFD-31CF-44B5-815D-F706827DA94E}"/>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CCB5F93B-4C98-41CB-94D6-75C066006312}"/>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357F1B1E-B7D1-4F84-BC64-4CE0DB37DA10}"/>
              </a:ext>
            </a:extLst>
          </p:cNvPr>
          <p:cNvSpPr>
            <a:spLocks noGrp="1"/>
          </p:cNvSpPr>
          <p:nvPr>
            <p:ph type="ctrTitle"/>
          </p:nvPr>
        </p:nvSpPr>
        <p:spPr>
          <a:xfrm>
            <a:off x="3778624" y="1596174"/>
            <a:ext cx="8001000" cy="1701519"/>
          </a:xfrm>
        </p:spPr>
        <p:txBody>
          <a:bodyPr anchor="ctr">
            <a:normAutofit/>
          </a:bodyPr>
          <a:lstStyle>
            <a:lvl1pPr algn="ct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EE486D6E-6BA8-4C52-924A-59253267AF57}"/>
              </a:ext>
            </a:extLst>
          </p:cNvPr>
          <p:cNvSpPr>
            <a:spLocks noGrp="1"/>
          </p:cNvSpPr>
          <p:nvPr>
            <p:ph type="subTitle" idx="1"/>
          </p:nvPr>
        </p:nvSpPr>
        <p:spPr>
          <a:xfrm>
            <a:off x="3778624" y="3628542"/>
            <a:ext cx="8001000" cy="806816"/>
          </a:xfrm>
        </p:spPr>
        <p:txBody>
          <a:bodyPr anchor="ctr"/>
          <a:lstStyle>
            <a:lvl1pPr marL="0" indent="0" algn="ctr">
              <a:buNone/>
              <a:defRPr sz="2400">
                <a:solidFill>
                  <a:srgbClr val="0070C0"/>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3A3C5C8-6BE2-42E9-8B5A-2ED21D041198}"/>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5318EDC7-CDC2-4407-9F8F-C0CEAA4009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695F3-58FF-4760-B1DC-C5025EA66D87}"/>
              </a:ext>
            </a:extLst>
          </p:cNvPr>
          <p:cNvSpPr>
            <a:spLocks noGrp="1"/>
          </p:cNvSpPr>
          <p:nvPr>
            <p:ph type="sldNum" sz="quarter" idx="12"/>
          </p:nvPr>
        </p:nvSpPr>
        <p:spPr/>
        <p:txBody>
          <a:bodyPr/>
          <a:lstStyle/>
          <a:p>
            <a:fld id="{A1FD0E78-183D-4F7D-A18B-8A4BED7B6988}" type="slidenum">
              <a:rPr lang="en-US" smtClean="0"/>
              <a:t>‹#›</a:t>
            </a:fld>
            <a:endParaRPr lang="en-US"/>
          </a:p>
        </p:txBody>
      </p:sp>
      <p:cxnSp>
        <p:nvCxnSpPr>
          <p:cNvPr id="17" name="Straight Connector 16">
            <a:extLst>
              <a:ext uri="{FF2B5EF4-FFF2-40B4-BE49-F238E27FC236}">
                <a16:creationId xmlns:a16="http://schemas.microsoft.com/office/drawing/2014/main" id="{70565CEE-49E5-468C-A0B4-83E886C61D84}"/>
              </a:ext>
            </a:extLst>
          </p:cNvPr>
          <p:cNvCxnSpPr/>
          <p:nvPr/>
        </p:nvCxnSpPr>
        <p:spPr>
          <a:xfrm>
            <a:off x="3778624" y="3602038"/>
            <a:ext cx="800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740C7E80-A24C-4396-B051-437EF1D79AB8}"/>
              </a:ext>
            </a:extLst>
          </p:cNvPr>
          <p:cNvSpPr/>
          <p:nvPr/>
        </p:nvSpPr>
        <p:spPr>
          <a:xfrm>
            <a:off x="7968342" y="4876803"/>
            <a:ext cx="2032000" cy="870858"/>
          </a:xfrm>
          <a:custGeom>
            <a:avLst/>
            <a:gdLst>
              <a:gd name="connsiteX0" fmla="*/ 1959429 w 2032000"/>
              <a:gd name="connsiteY0" fmla="*/ 0 h 870858"/>
              <a:gd name="connsiteX1" fmla="*/ 0 w 2032000"/>
              <a:gd name="connsiteY1" fmla="*/ 0 h 870858"/>
              <a:gd name="connsiteX2" fmla="*/ 0 w 2032000"/>
              <a:gd name="connsiteY2" fmla="*/ 870858 h 870858"/>
              <a:gd name="connsiteX3" fmla="*/ 2032000 w 2032000"/>
              <a:gd name="connsiteY3" fmla="*/ 870858 h 870858"/>
            </a:gdLst>
            <a:ahLst/>
            <a:cxnLst>
              <a:cxn ang="0">
                <a:pos x="connsiteX0" y="connsiteY0"/>
              </a:cxn>
              <a:cxn ang="0">
                <a:pos x="connsiteX1" y="connsiteY1"/>
              </a:cxn>
              <a:cxn ang="0">
                <a:pos x="connsiteX2" y="connsiteY2"/>
              </a:cxn>
              <a:cxn ang="0">
                <a:pos x="connsiteX3" y="connsiteY3"/>
              </a:cxn>
            </a:cxnLst>
            <a:rect l="l" t="t" r="r" b="b"/>
            <a:pathLst>
              <a:path w="2032000" h="870858">
                <a:moveTo>
                  <a:pt x="1959429" y="0"/>
                </a:moveTo>
                <a:lnTo>
                  <a:pt x="0" y="0"/>
                </a:lnTo>
                <a:lnTo>
                  <a:pt x="0" y="870858"/>
                </a:lnTo>
                <a:lnTo>
                  <a:pt x="2032000" y="870858"/>
                </a:lnTo>
              </a:path>
            </a:pathLst>
          </a:custGeom>
          <a:no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52EBDC4-1E90-4F52-92F1-8C4F5999C539}"/>
              </a:ext>
            </a:extLst>
          </p:cNvPr>
          <p:cNvSpPr/>
          <p:nvPr/>
        </p:nvSpPr>
        <p:spPr>
          <a:xfrm rot="10800000">
            <a:off x="5849258" y="4876803"/>
            <a:ext cx="2032000" cy="870858"/>
          </a:xfrm>
          <a:custGeom>
            <a:avLst/>
            <a:gdLst>
              <a:gd name="connsiteX0" fmla="*/ 1959429 w 2032000"/>
              <a:gd name="connsiteY0" fmla="*/ 0 h 870858"/>
              <a:gd name="connsiteX1" fmla="*/ 0 w 2032000"/>
              <a:gd name="connsiteY1" fmla="*/ 0 h 870858"/>
              <a:gd name="connsiteX2" fmla="*/ 0 w 2032000"/>
              <a:gd name="connsiteY2" fmla="*/ 870858 h 870858"/>
              <a:gd name="connsiteX3" fmla="*/ 2032000 w 2032000"/>
              <a:gd name="connsiteY3" fmla="*/ 870858 h 870858"/>
            </a:gdLst>
            <a:ahLst/>
            <a:cxnLst>
              <a:cxn ang="0">
                <a:pos x="connsiteX0" y="connsiteY0"/>
              </a:cxn>
              <a:cxn ang="0">
                <a:pos x="connsiteX1" y="connsiteY1"/>
              </a:cxn>
              <a:cxn ang="0">
                <a:pos x="connsiteX2" y="connsiteY2"/>
              </a:cxn>
              <a:cxn ang="0">
                <a:pos x="connsiteX3" y="connsiteY3"/>
              </a:cxn>
            </a:cxnLst>
            <a:rect l="l" t="t" r="r" b="b"/>
            <a:pathLst>
              <a:path w="2032000" h="870858">
                <a:moveTo>
                  <a:pt x="1959429" y="0"/>
                </a:moveTo>
                <a:lnTo>
                  <a:pt x="0" y="0"/>
                </a:lnTo>
                <a:lnTo>
                  <a:pt x="0" y="870858"/>
                </a:lnTo>
                <a:lnTo>
                  <a:pt x="2032000" y="870858"/>
                </a:lnTo>
              </a:path>
            </a:pathLst>
          </a:custGeom>
          <a:no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4C6FEA75-C2E2-48D5-B163-0B8F4BDDE532}"/>
              </a:ext>
            </a:extLst>
          </p:cNvPr>
          <p:cNvPicPr>
            <a:picLocks noChangeAspect="1"/>
          </p:cNvPicPr>
          <p:nvPr userDrawn="1"/>
        </p:nvPicPr>
        <p:blipFill>
          <a:blip r:embed="rId2"/>
          <a:stretch>
            <a:fillRect/>
          </a:stretch>
        </p:blipFill>
        <p:spPr>
          <a:xfrm>
            <a:off x="412376" y="2833449"/>
            <a:ext cx="2576683" cy="888103"/>
          </a:xfrm>
          <a:prstGeom prst="rect">
            <a:avLst/>
          </a:prstGeom>
        </p:spPr>
      </p:pic>
    </p:spTree>
    <p:extLst>
      <p:ext uri="{BB962C8B-B14F-4D97-AF65-F5344CB8AC3E}">
        <p14:creationId xmlns:p14="http://schemas.microsoft.com/office/powerpoint/2010/main" val="113753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C48660-697D-4BB9-97F6-A5BB6C764668}"/>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0BE8EE-2EB2-435C-9D5A-AAA15842A36C}"/>
              </a:ext>
            </a:extLst>
          </p:cNvPr>
          <p:cNvSpPr/>
          <p:nvPr/>
        </p:nvSpPr>
        <p:spPr>
          <a:xfrm>
            <a:off x="247574" y="241460"/>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23355C8-5657-4103-B600-59803F24DBFF}"/>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0" name="Rectangle 9">
            <a:extLst>
              <a:ext uri="{FF2B5EF4-FFF2-40B4-BE49-F238E27FC236}">
                <a16:creationId xmlns:a16="http://schemas.microsoft.com/office/drawing/2014/main" id="{CFF2C038-CD71-4DD5-AD56-49FB9C0E8AF6}"/>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1" name="Rectangle 10">
            <a:extLst>
              <a:ext uri="{FF2B5EF4-FFF2-40B4-BE49-F238E27FC236}">
                <a16:creationId xmlns:a16="http://schemas.microsoft.com/office/drawing/2014/main" id="{D626EA1A-6BCF-4846-ABF3-498AD8F1EC82}"/>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2" name="Rectangle 11">
            <a:extLst>
              <a:ext uri="{FF2B5EF4-FFF2-40B4-BE49-F238E27FC236}">
                <a16:creationId xmlns:a16="http://schemas.microsoft.com/office/drawing/2014/main" id="{E91F1E9A-33FE-49BA-B69E-30EA3CC61DB9}"/>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4" name="Date Placeholder 3">
            <a:extLst>
              <a:ext uri="{FF2B5EF4-FFF2-40B4-BE49-F238E27FC236}">
                <a16:creationId xmlns:a16="http://schemas.microsoft.com/office/drawing/2014/main" id="{C68B0C41-3748-45BA-AC12-3356750D6CCC}"/>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B2BC5298-80C2-435C-BE19-55A311B75B01}"/>
              </a:ext>
            </a:extLst>
          </p:cNvPr>
          <p:cNvSpPr>
            <a:spLocks noGrp="1"/>
          </p:cNvSpPr>
          <p:nvPr>
            <p:ph type="ftr" sz="quarter" idx="11"/>
          </p:nvPr>
        </p:nvSpPr>
        <p:spPr/>
        <p:txBody>
          <a:bodyPr/>
          <a:lstStyle/>
          <a:p>
            <a:endParaRPr lang="en-US"/>
          </a:p>
        </p:txBody>
      </p:sp>
      <p:sp>
        <p:nvSpPr>
          <p:cNvPr id="17" name="Title 1">
            <a:extLst>
              <a:ext uri="{FF2B5EF4-FFF2-40B4-BE49-F238E27FC236}">
                <a16:creationId xmlns:a16="http://schemas.microsoft.com/office/drawing/2014/main" id="{82F8013C-D6AB-4CEB-8DDB-C56701EE5A4C}"/>
              </a:ext>
            </a:extLst>
          </p:cNvPr>
          <p:cNvSpPr>
            <a:spLocks noGrp="1"/>
          </p:cNvSpPr>
          <p:nvPr>
            <p:ph type="title"/>
          </p:nvPr>
        </p:nvSpPr>
        <p:spPr>
          <a:xfrm>
            <a:off x="353565" y="278160"/>
            <a:ext cx="9438716" cy="797605"/>
          </a:xfrm>
        </p:spPr>
        <p:txBody>
          <a:bodyPr>
            <a:normAutofit/>
          </a:bodyPr>
          <a:lstStyle>
            <a:lvl1pPr>
              <a:defRPr sz="2800">
                <a:solidFill>
                  <a:schemeClr val="bg1">
                    <a:lumMod val="50000"/>
                  </a:schemeClr>
                </a:solidFill>
                <a:latin typeface="Trebuchet MS" panose="020B0603020202020204" pitchFamily="34" charset="0"/>
              </a:defRPr>
            </a:lvl1pPr>
          </a:lstStyle>
          <a:p>
            <a:r>
              <a:rPr lang="en-US" dirty="0"/>
              <a:t>Click to edit Master title style</a:t>
            </a:r>
          </a:p>
        </p:txBody>
      </p:sp>
      <p:sp>
        <p:nvSpPr>
          <p:cNvPr id="18" name="Content Placeholder 2">
            <a:extLst>
              <a:ext uri="{FF2B5EF4-FFF2-40B4-BE49-F238E27FC236}">
                <a16:creationId xmlns:a16="http://schemas.microsoft.com/office/drawing/2014/main" id="{C4E714BF-E714-4249-9974-8D7A24ED4B28}"/>
              </a:ext>
            </a:extLst>
          </p:cNvPr>
          <p:cNvSpPr>
            <a:spLocks noGrp="1"/>
          </p:cNvSpPr>
          <p:nvPr>
            <p:ph idx="1"/>
          </p:nvPr>
        </p:nvSpPr>
        <p:spPr>
          <a:xfrm>
            <a:off x="714022" y="1380783"/>
            <a:ext cx="11256304" cy="4927723"/>
          </a:xfrm>
        </p:spPr>
        <p:txBody>
          <a:bodyPr>
            <a:normAutofit/>
          </a:bodyPr>
          <a:lstStyle>
            <a:lvl1pPr>
              <a:defRPr sz="2400">
                <a:solidFill>
                  <a:schemeClr val="bg1">
                    <a:lumMod val="50000"/>
                  </a:schemeClr>
                </a:solidFill>
                <a:latin typeface="Trebuchet MS" panose="020B0603020202020204" pitchFamily="34" charset="0"/>
              </a:defRPr>
            </a:lvl1pPr>
            <a:lvl2pPr>
              <a:defRPr sz="2000">
                <a:solidFill>
                  <a:schemeClr val="bg1">
                    <a:lumMod val="50000"/>
                  </a:schemeClr>
                </a:solidFill>
                <a:latin typeface="Trebuchet MS" panose="020B0603020202020204" pitchFamily="34" charset="0"/>
              </a:defRPr>
            </a:lvl2pPr>
            <a:lvl3pPr>
              <a:defRPr sz="1800">
                <a:solidFill>
                  <a:schemeClr val="bg1">
                    <a:lumMod val="50000"/>
                  </a:schemeClr>
                </a:solidFill>
                <a:latin typeface="Trebuchet MS" panose="020B0603020202020204" pitchFamily="34" charset="0"/>
              </a:defRPr>
            </a:lvl3pPr>
            <a:lvl4pPr>
              <a:defRPr sz="1600">
                <a:solidFill>
                  <a:schemeClr val="bg1">
                    <a:lumMod val="50000"/>
                  </a:schemeClr>
                </a:solidFill>
                <a:latin typeface="Trebuchet MS" panose="020B0603020202020204" pitchFamily="34" charset="0"/>
              </a:defRPr>
            </a:lvl4pPr>
            <a:lvl5pPr>
              <a:defRPr sz="1600">
                <a:solidFill>
                  <a:schemeClr val="bg1">
                    <a:lumMod val="50000"/>
                  </a:schemeClr>
                </a:solidFill>
                <a:latin typeface="Trebuchet MS" panose="020B0603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a:extLst>
              <a:ext uri="{FF2B5EF4-FFF2-40B4-BE49-F238E27FC236}">
                <a16:creationId xmlns:a16="http://schemas.microsoft.com/office/drawing/2014/main" id="{360719CB-FEC7-4180-AB43-63F28908BFBB}"/>
              </a:ext>
            </a:extLst>
          </p:cNvPr>
          <p:cNvPicPr>
            <a:picLocks noChangeAspect="1"/>
          </p:cNvPicPr>
          <p:nvPr userDrawn="1"/>
        </p:nvPicPr>
        <p:blipFill>
          <a:blip r:embed="rId2"/>
          <a:stretch>
            <a:fillRect/>
          </a:stretch>
        </p:blipFill>
        <p:spPr>
          <a:xfrm>
            <a:off x="10789595" y="122193"/>
            <a:ext cx="1160315" cy="369561"/>
          </a:xfrm>
          <a:prstGeom prst="rect">
            <a:avLst/>
          </a:prstGeom>
        </p:spPr>
      </p:pic>
    </p:spTree>
    <p:extLst>
      <p:ext uri="{BB962C8B-B14F-4D97-AF65-F5344CB8AC3E}">
        <p14:creationId xmlns:p14="http://schemas.microsoft.com/office/powerpoint/2010/main" val="419145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1C76EB-EFA3-4D98-BF85-9CBAD51246C3}"/>
              </a:ext>
            </a:extLst>
          </p:cNvPr>
          <p:cNvSpPr/>
          <p:nvPr/>
        </p:nvSpPr>
        <p:spPr>
          <a:xfrm>
            <a:off x="0" y="0"/>
            <a:ext cx="4710545"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F9218A-B816-4B5F-A0BE-D0AAD688BCDE}"/>
              </a:ext>
            </a:extLst>
          </p:cNvPr>
          <p:cNvSpPr/>
          <p:nvPr/>
        </p:nvSpPr>
        <p:spPr>
          <a:xfrm>
            <a:off x="3579669" y="198650"/>
            <a:ext cx="8409707"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E5457F-D05E-4FBC-AA16-B4542B833804}"/>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3D20450F-F92F-43A7-B557-0485260B48EC}"/>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20D495CD-0755-4CD0-952C-38FDFD818912}"/>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F756530E-6471-4A98-9409-D28702635498}"/>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2" name="Title 1">
            <a:extLst>
              <a:ext uri="{FF2B5EF4-FFF2-40B4-BE49-F238E27FC236}">
                <a16:creationId xmlns:a16="http://schemas.microsoft.com/office/drawing/2014/main" id="{54E16744-0EC5-4409-8030-9D707EE1A1D6}"/>
              </a:ext>
            </a:extLst>
          </p:cNvPr>
          <p:cNvSpPr>
            <a:spLocks noGrp="1"/>
          </p:cNvSpPr>
          <p:nvPr>
            <p:ph type="title"/>
          </p:nvPr>
        </p:nvSpPr>
        <p:spPr>
          <a:xfrm>
            <a:off x="3744686" y="1709739"/>
            <a:ext cx="7602764" cy="1892300"/>
          </a:xfrm>
        </p:spPr>
        <p:txBody>
          <a:bodyPr anchor="ctr"/>
          <a:lstStyle>
            <a:lvl1pPr algn="ctr">
              <a:defRPr sz="4000">
                <a:solidFill>
                  <a:schemeClr val="bg1">
                    <a:lumMod val="50000"/>
                  </a:schemeClr>
                </a:solidFill>
                <a:latin typeface="Trebuchet MS" panose="020B0603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98CF225-F19A-40FE-9134-ADAC53A2CB8E}"/>
              </a:ext>
            </a:extLst>
          </p:cNvPr>
          <p:cNvSpPr>
            <a:spLocks noGrp="1"/>
          </p:cNvSpPr>
          <p:nvPr>
            <p:ph type="body" idx="1"/>
          </p:nvPr>
        </p:nvSpPr>
        <p:spPr>
          <a:xfrm>
            <a:off x="3744686" y="3649066"/>
            <a:ext cx="7602764" cy="980992"/>
          </a:xfrm>
        </p:spPr>
        <p:txBody>
          <a:bodyPr anchor="ctr">
            <a:normAutofit/>
          </a:bodyPr>
          <a:lstStyle>
            <a:lvl1pPr marL="0" indent="0" algn="ctr">
              <a:buNone/>
              <a:defRPr sz="2000">
                <a:solidFill>
                  <a:srgbClr val="0070C0"/>
                </a:solidFill>
                <a:latin typeface="Trebuchet MS" panose="020B0603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052890-A463-40F0-8781-AB9ECF34701B}"/>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4B4EBFC2-28E7-4B50-9949-2BDA85E26BB6}"/>
              </a:ext>
            </a:extLst>
          </p:cNvPr>
          <p:cNvSpPr>
            <a:spLocks noGrp="1"/>
          </p:cNvSpPr>
          <p:nvPr>
            <p:ph type="ftr" sz="quarter" idx="11"/>
          </p:nvPr>
        </p:nvSpPr>
        <p:spPr/>
        <p:txBody>
          <a:bodyPr/>
          <a:lstStyle/>
          <a:p>
            <a:endParaRPr lang="en-US"/>
          </a:p>
        </p:txBody>
      </p:sp>
      <p:cxnSp>
        <p:nvCxnSpPr>
          <p:cNvPr id="14" name="Straight Connector 13">
            <a:extLst>
              <a:ext uri="{FF2B5EF4-FFF2-40B4-BE49-F238E27FC236}">
                <a16:creationId xmlns:a16="http://schemas.microsoft.com/office/drawing/2014/main" id="{709AA055-0DD5-4F16-B6C2-4900CC928098}"/>
              </a:ext>
            </a:extLst>
          </p:cNvPr>
          <p:cNvCxnSpPr/>
          <p:nvPr/>
        </p:nvCxnSpPr>
        <p:spPr>
          <a:xfrm>
            <a:off x="3778624" y="3602038"/>
            <a:ext cx="800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C694043-37B8-4DBE-A75D-9B2E2599F050}"/>
              </a:ext>
            </a:extLst>
          </p:cNvPr>
          <p:cNvPicPr>
            <a:picLocks noChangeAspect="1"/>
          </p:cNvPicPr>
          <p:nvPr userDrawn="1"/>
        </p:nvPicPr>
        <p:blipFill>
          <a:blip r:embed="rId2"/>
          <a:stretch>
            <a:fillRect/>
          </a:stretch>
        </p:blipFill>
        <p:spPr>
          <a:xfrm>
            <a:off x="412376" y="2833449"/>
            <a:ext cx="2576683" cy="888103"/>
          </a:xfrm>
          <a:prstGeom prst="rect">
            <a:avLst/>
          </a:prstGeom>
        </p:spPr>
      </p:pic>
    </p:spTree>
    <p:extLst>
      <p:ext uri="{BB962C8B-B14F-4D97-AF65-F5344CB8AC3E}">
        <p14:creationId xmlns:p14="http://schemas.microsoft.com/office/powerpoint/2010/main" val="3753181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8ED813-B8D0-48D3-B71C-48DF5BDC9A90}"/>
              </a:ext>
            </a:extLst>
          </p:cNvPr>
          <p:cNvSpPr/>
          <p:nvPr/>
        </p:nvSpPr>
        <p:spPr>
          <a:xfrm>
            <a:off x="0" y="0"/>
            <a:ext cx="471714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F0879C-37D2-4E04-A609-4FEBD2EB69A2}"/>
              </a:ext>
            </a:extLst>
          </p:cNvPr>
          <p:cNvSpPr/>
          <p:nvPr userDrawn="1"/>
        </p:nvSpPr>
        <p:spPr>
          <a:xfrm>
            <a:off x="207818" y="214957"/>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C859E1-EF9A-419B-B3AC-AEA4B510D174}"/>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1" name="Rectangle 10">
            <a:extLst>
              <a:ext uri="{FF2B5EF4-FFF2-40B4-BE49-F238E27FC236}">
                <a16:creationId xmlns:a16="http://schemas.microsoft.com/office/drawing/2014/main" id="{D14C3DBE-5B2C-4C2D-8079-CF803A046CD5}"/>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2" name="Rectangle 11">
            <a:extLst>
              <a:ext uri="{FF2B5EF4-FFF2-40B4-BE49-F238E27FC236}">
                <a16:creationId xmlns:a16="http://schemas.microsoft.com/office/drawing/2014/main" id="{ECE1258E-5E7B-49D9-AB2A-3FCE6F2AE3D9}"/>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3" name="Rectangle 12">
            <a:extLst>
              <a:ext uri="{FF2B5EF4-FFF2-40B4-BE49-F238E27FC236}">
                <a16:creationId xmlns:a16="http://schemas.microsoft.com/office/drawing/2014/main" id="{EF2A0B40-AB4B-42CA-AD19-364DF8432A34}"/>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5" name="Date Placeholder 4">
            <a:extLst>
              <a:ext uri="{FF2B5EF4-FFF2-40B4-BE49-F238E27FC236}">
                <a16:creationId xmlns:a16="http://schemas.microsoft.com/office/drawing/2014/main" id="{F71F8005-F81C-45EB-B6F5-872E765EC87A}"/>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6" name="Footer Placeholder 5">
            <a:extLst>
              <a:ext uri="{FF2B5EF4-FFF2-40B4-BE49-F238E27FC236}">
                <a16:creationId xmlns:a16="http://schemas.microsoft.com/office/drawing/2014/main" id="{2062E53F-F0E3-4A6E-B3B1-F5491F54889A}"/>
              </a:ext>
            </a:extLst>
          </p:cNvPr>
          <p:cNvSpPr>
            <a:spLocks noGrp="1"/>
          </p:cNvSpPr>
          <p:nvPr>
            <p:ph type="ftr" sz="quarter" idx="11"/>
          </p:nvPr>
        </p:nvSpPr>
        <p:spPr/>
        <p:txBody>
          <a:bodyPr/>
          <a:lstStyle/>
          <a:p>
            <a:endParaRPr lang="en-US"/>
          </a:p>
        </p:txBody>
      </p:sp>
      <p:pic>
        <p:nvPicPr>
          <p:cNvPr id="15" name="Picture 14">
            <a:extLst>
              <a:ext uri="{FF2B5EF4-FFF2-40B4-BE49-F238E27FC236}">
                <a16:creationId xmlns:a16="http://schemas.microsoft.com/office/drawing/2014/main" id="{D05BC71E-CA72-47AA-A82A-7DAFCE2B7E76}"/>
              </a:ext>
            </a:extLst>
          </p:cNvPr>
          <p:cNvPicPr>
            <a:picLocks noChangeAspect="1"/>
          </p:cNvPicPr>
          <p:nvPr userDrawn="1"/>
        </p:nvPicPr>
        <p:blipFill>
          <a:blip r:embed="rId2"/>
          <a:stretch>
            <a:fillRect/>
          </a:stretch>
        </p:blipFill>
        <p:spPr>
          <a:xfrm>
            <a:off x="10789595" y="122194"/>
            <a:ext cx="1160315" cy="369561"/>
          </a:xfrm>
          <a:prstGeom prst="rect">
            <a:avLst/>
          </a:prstGeom>
        </p:spPr>
      </p:pic>
      <p:sp>
        <p:nvSpPr>
          <p:cNvPr id="16" name="Title 1">
            <a:extLst>
              <a:ext uri="{FF2B5EF4-FFF2-40B4-BE49-F238E27FC236}">
                <a16:creationId xmlns:a16="http://schemas.microsoft.com/office/drawing/2014/main" id="{2A8A8046-D971-41C2-B616-B3717831BB33}"/>
              </a:ext>
            </a:extLst>
          </p:cNvPr>
          <p:cNvSpPr>
            <a:spLocks noGrp="1"/>
          </p:cNvSpPr>
          <p:nvPr>
            <p:ph type="title"/>
          </p:nvPr>
        </p:nvSpPr>
        <p:spPr>
          <a:xfrm>
            <a:off x="838200" y="338621"/>
            <a:ext cx="10515600" cy="1325563"/>
          </a:xfrm>
        </p:spPr>
        <p:txBody>
          <a:bodyPr/>
          <a:lstStyle>
            <a:lvl1pPr>
              <a:defRPr>
                <a:solidFill>
                  <a:schemeClr val="tx1">
                    <a:lumMod val="50000"/>
                    <a:lumOff val="50000"/>
                  </a:schemeClr>
                </a:solidFill>
              </a:defRPr>
            </a:lvl1pPr>
          </a:lstStyle>
          <a:p>
            <a:r>
              <a:rPr lang="en-US" dirty="0"/>
              <a:t>Click to edit Master title style</a:t>
            </a:r>
          </a:p>
        </p:txBody>
      </p:sp>
      <p:sp>
        <p:nvSpPr>
          <p:cNvPr id="17" name="Content Placeholder 2">
            <a:extLst>
              <a:ext uri="{FF2B5EF4-FFF2-40B4-BE49-F238E27FC236}">
                <a16:creationId xmlns:a16="http://schemas.microsoft.com/office/drawing/2014/main" id="{B6099D8C-F7A2-4214-89D4-E09CF7E2E1FC}"/>
              </a:ext>
            </a:extLst>
          </p:cNvPr>
          <p:cNvSpPr>
            <a:spLocks noGrp="1"/>
          </p:cNvSpPr>
          <p:nvPr>
            <p:ph sz="half" idx="1"/>
          </p:nvPr>
        </p:nvSpPr>
        <p:spPr>
          <a:xfrm>
            <a:off x="838200" y="1825625"/>
            <a:ext cx="5181600" cy="4351338"/>
          </a:xfrm>
        </p:spPr>
        <p:txBody>
          <a:bodyPr/>
          <a:lstStyle>
            <a:lvl1pPr>
              <a:defRPr>
                <a:solidFill>
                  <a:schemeClr val="tx1">
                    <a:lumMod val="50000"/>
                    <a:lumOff val="50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84D2C2E-F360-4846-AD0B-356B8D57EC11}"/>
              </a:ext>
            </a:extLst>
          </p:cNvPr>
          <p:cNvSpPr>
            <a:spLocks noGrp="1"/>
          </p:cNvSpPr>
          <p:nvPr>
            <p:ph sz="half" idx="2"/>
          </p:nvPr>
        </p:nvSpPr>
        <p:spPr>
          <a:xfrm>
            <a:off x="6172200" y="1825625"/>
            <a:ext cx="5181600" cy="4351338"/>
          </a:xfrm>
        </p:spPr>
        <p:txBody>
          <a:bodyPr/>
          <a:lstStyle>
            <a:lvl1pPr>
              <a:defRPr>
                <a:solidFill>
                  <a:schemeClr val="tx1">
                    <a:lumMod val="50000"/>
                    <a:lumOff val="50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38539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94546B-A81A-48D4-B4C5-7E2E6285F424}"/>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C06CAA-5E4F-43E2-8A98-36361486A3A4}"/>
              </a:ext>
            </a:extLst>
          </p:cNvPr>
          <p:cNvSpPr/>
          <p:nvPr/>
        </p:nvSpPr>
        <p:spPr>
          <a:xfrm>
            <a:off x="207818" y="198547"/>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8E28CB-622A-4807-91B6-87A76E180121}"/>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13" name="Rectangle 12">
            <a:extLst>
              <a:ext uri="{FF2B5EF4-FFF2-40B4-BE49-F238E27FC236}">
                <a16:creationId xmlns:a16="http://schemas.microsoft.com/office/drawing/2014/main" id="{9C30D63E-AE12-491E-81E4-B3C25BA710AC}"/>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4" name="Rectangle 13">
            <a:extLst>
              <a:ext uri="{FF2B5EF4-FFF2-40B4-BE49-F238E27FC236}">
                <a16:creationId xmlns:a16="http://schemas.microsoft.com/office/drawing/2014/main" id="{BEA4929A-0E7F-4B2B-81BC-6899210E604F}"/>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5" name="Rectangle 14">
            <a:extLst>
              <a:ext uri="{FF2B5EF4-FFF2-40B4-BE49-F238E27FC236}">
                <a16:creationId xmlns:a16="http://schemas.microsoft.com/office/drawing/2014/main" id="{4C27A026-FFDC-4CB9-9AB8-BB4B31660FD8}"/>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7" name="Date Placeholder 6">
            <a:extLst>
              <a:ext uri="{FF2B5EF4-FFF2-40B4-BE49-F238E27FC236}">
                <a16:creationId xmlns:a16="http://schemas.microsoft.com/office/drawing/2014/main" id="{CA9BA755-AEE2-4001-8DE6-415A8DBF9673}"/>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8" name="Footer Placeholder 7">
            <a:extLst>
              <a:ext uri="{FF2B5EF4-FFF2-40B4-BE49-F238E27FC236}">
                <a16:creationId xmlns:a16="http://schemas.microsoft.com/office/drawing/2014/main" id="{823B665F-223D-495A-BDBB-E3363CAFC9D8}"/>
              </a:ext>
            </a:extLst>
          </p:cNvPr>
          <p:cNvSpPr>
            <a:spLocks noGrp="1"/>
          </p:cNvSpPr>
          <p:nvPr>
            <p:ph type="ftr" sz="quarter" idx="11"/>
          </p:nvPr>
        </p:nvSpPr>
        <p:spPr/>
        <p:txBody>
          <a:bodyPr/>
          <a:lstStyle/>
          <a:p>
            <a:endParaRPr lang="en-US"/>
          </a:p>
        </p:txBody>
      </p:sp>
      <p:sp>
        <p:nvSpPr>
          <p:cNvPr id="17" name="Content Placeholder 5">
            <a:extLst>
              <a:ext uri="{FF2B5EF4-FFF2-40B4-BE49-F238E27FC236}">
                <a16:creationId xmlns:a16="http://schemas.microsoft.com/office/drawing/2014/main" id="{341FD1AA-65D7-4BC6-B19E-2AFCEA78954B}"/>
              </a:ext>
            </a:extLst>
          </p:cNvPr>
          <p:cNvSpPr>
            <a:spLocks noGrp="1"/>
          </p:cNvSpPr>
          <p:nvPr>
            <p:ph sz="quarter" idx="4"/>
          </p:nvPr>
        </p:nvSpPr>
        <p:spPr>
          <a:xfrm>
            <a:off x="6172200" y="2505075"/>
            <a:ext cx="5183188" cy="3684588"/>
          </a:xfrm>
        </p:spPr>
        <p:txBody>
          <a:bodyPr/>
          <a:lstStyle>
            <a:lvl1pPr>
              <a:defRPr>
                <a:solidFill>
                  <a:schemeClr val="tx1">
                    <a:lumMod val="50000"/>
                    <a:lumOff val="50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F495ADB5-659B-4BAF-B02F-5A65D72AA93A}"/>
              </a:ext>
            </a:extLst>
          </p:cNvPr>
          <p:cNvPicPr>
            <a:picLocks noChangeAspect="1"/>
          </p:cNvPicPr>
          <p:nvPr userDrawn="1"/>
        </p:nvPicPr>
        <p:blipFill>
          <a:blip r:embed="rId2"/>
          <a:stretch>
            <a:fillRect/>
          </a:stretch>
        </p:blipFill>
        <p:spPr>
          <a:xfrm>
            <a:off x="10789595" y="148698"/>
            <a:ext cx="1160315" cy="369561"/>
          </a:xfrm>
          <a:prstGeom prst="rect">
            <a:avLst/>
          </a:prstGeom>
        </p:spPr>
      </p:pic>
      <p:sp>
        <p:nvSpPr>
          <p:cNvPr id="19" name="Title 1">
            <a:extLst>
              <a:ext uri="{FF2B5EF4-FFF2-40B4-BE49-F238E27FC236}">
                <a16:creationId xmlns:a16="http://schemas.microsoft.com/office/drawing/2014/main" id="{9BF71E56-43EA-416F-B9B4-985E73FEC985}"/>
              </a:ext>
            </a:extLst>
          </p:cNvPr>
          <p:cNvSpPr txBox="1">
            <a:spLocks/>
          </p:cNvSpPr>
          <p:nvPr userDrawn="1"/>
        </p:nvSpPr>
        <p:spPr>
          <a:xfrm>
            <a:off x="839788" y="31211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50000"/>
                    <a:lumOff val="50000"/>
                  </a:schemeClr>
                </a:solidFill>
                <a:latin typeface="+mj-lt"/>
                <a:ea typeface="+mj-ea"/>
                <a:cs typeface="+mj-cs"/>
              </a:defRPr>
            </a:lvl1pPr>
          </a:lstStyle>
          <a:p>
            <a:r>
              <a:rPr lang="en-US" dirty="0"/>
              <a:t>Click to edit Master title style</a:t>
            </a:r>
          </a:p>
        </p:txBody>
      </p:sp>
      <p:sp>
        <p:nvSpPr>
          <p:cNvPr id="20" name="Content Placeholder 3">
            <a:extLst>
              <a:ext uri="{FF2B5EF4-FFF2-40B4-BE49-F238E27FC236}">
                <a16:creationId xmlns:a16="http://schemas.microsoft.com/office/drawing/2014/main" id="{60FB3DD7-F71E-4484-8ECB-FCAD9FC4CDC4}"/>
              </a:ext>
            </a:extLst>
          </p:cNvPr>
          <p:cNvSpPr>
            <a:spLocks noGrp="1"/>
          </p:cNvSpPr>
          <p:nvPr>
            <p:ph sz="half" idx="13"/>
          </p:nvPr>
        </p:nvSpPr>
        <p:spPr>
          <a:xfrm>
            <a:off x="839788" y="2505074"/>
            <a:ext cx="5157787" cy="3684588"/>
          </a:xfrm>
        </p:spPr>
        <p:txBody>
          <a:bodyPr/>
          <a:lstStyle>
            <a:lvl1pPr>
              <a:defRPr>
                <a:solidFill>
                  <a:schemeClr val="tx1">
                    <a:lumMod val="50000"/>
                    <a:lumOff val="50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
            <a:extLst>
              <a:ext uri="{FF2B5EF4-FFF2-40B4-BE49-F238E27FC236}">
                <a16:creationId xmlns:a16="http://schemas.microsoft.com/office/drawing/2014/main" id="{FAF4EBCD-FFD5-4113-BA77-1D8E3E8A5DEA}"/>
              </a:ext>
            </a:extLst>
          </p:cNvPr>
          <p:cNvSpPr>
            <a:spLocks noGrp="1"/>
          </p:cNvSpPr>
          <p:nvPr>
            <p:ph type="body" idx="1"/>
          </p:nvPr>
        </p:nvSpPr>
        <p:spPr>
          <a:xfrm>
            <a:off x="839788" y="1681163"/>
            <a:ext cx="5157787" cy="823912"/>
          </a:xfrm>
        </p:spPr>
        <p:txBody>
          <a:bodyPr anchor="b"/>
          <a:lstStyle>
            <a:lvl1pPr marL="0" indent="0">
              <a:buNone/>
              <a:defRPr sz="24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22" name="Text Placeholder 4">
            <a:extLst>
              <a:ext uri="{FF2B5EF4-FFF2-40B4-BE49-F238E27FC236}">
                <a16:creationId xmlns:a16="http://schemas.microsoft.com/office/drawing/2014/main" id="{F64E387A-D4C3-46F5-A8F1-5FC5518D3669}"/>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Tree>
    <p:extLst>
      <p:ext uri="{BB962C8B-B14F-4D97-AF65-F5344CB8AC3E}">
        <p14:creationId xmlns:p14="http://schemas.microsoft.com/office/powerpoint/2010/main" val="26505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856098-1DA3-49E8-91B8-CAA5CDB7382E}"/>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AD2C0DA-73C9-4A83-97A2-EB4541745B64}"/>
              </a:ext>
            </a:extLst>
          </p:cNvPr>
          <p:cNvSpPr/>
          <p:nvPr userDrawn="1"/>
        </p:nvSpPr>
        <p:spPr>
          <a:xfrm>
            <a:off x="207818" y="229289"/>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83A0938-3C8A-4ACA-8AD0-352B444392A9}"/>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9" name="Rectangle 8">
            <a:extLst>
              <a:ext uri="{FF2B5EF4-FFF2-40B4-BE49-F238E27FC236}">
                <a16:creationId xmlns:a16="http://schemas.microsoft.com/office/drawing/2014/main" id="{2FE9A254-00DC-4FF4-ABF3-8D548470A82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10" name="Rectangle 9">
            <a:extLst>
              <a:ext uri="{FF2B5EF4-FFF2-40B4-BE49-F238E27FC236}">
                <a16:creationId xmlns:a16="http://schemas.microsoft.com/office/drawing/2014/main" id="{27E83A17-368C-4CF3-93EE-956780C13754}"/>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1" name="Rectangle 10">
            <a:extLst>
              <a:ext uri="{FF2B5EF4-FFF2-40B4-BE49-F238E27FC236}">
                <a16:creationId xmlns:a16="http://schemas.microsoft.com/office/drawing/2014/main" id="{F86DDFCB-6B13-4853-B2B2-7FDD576847E1}"/>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sp>
        <p:nvSpPr>
          <p:cNvPr id="3" name="Date Placeholder 2">
            <a:extLst>
              <a:ext uri="{FF2B5EF4-FFF2-40B4-BE49-F238E27FC236}">
                <a16:creationId xmlns:a16="http://schemas.microsoft.com/office/drawing/2014/main" id="{8027F37E-14E1-44B3-BCD8-AEBD153A14BA}"/>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4" name="Footer Placeholder 3">
            <a:extLst>
              <a:ext uri="{FF2B5EF4-FFF2-40B4-BE49-F238E27FC236}">
                <a16:creationId xmlns:a16="http://schemas.microsoft.com/office/drawing/2014/main" id="{3EEB09FB-ACF3-4E2F-B66D-3E13733A5B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D82C6C-9BFE-4C90-A547-8C325C55EAA2}"/>
              </a:ext>
            </a:extLst>
          </p:cNvPr>
          <p:cNvSpPr>
            <a:spLocks noGrp="1"/>
          </p:cNvSpPr>
          <p:nvPr>
            <p:ph type="sldNum" sz="quarter" idx="12"/>
          </p:nvPr>
        </p:nvSpPr>
        <p:spPr/>
        <p:txBody>
          <a:bodyPr/>
          <a:lstStyle/>
          <a:p>
            <a:fld id="{A1FD0E78-183D-4F7D-A18B-8A4BED7B6988}" type="slidenum">
              <a:rPr lang="en-US" smtClean="0"/>
              <a:t>‹#›</a:t>
            </a:fld>
            <a:endParaRPr lang="en-US"/>
          </a:p>
        </p:txBody>
      </p:sp>
      <p:sp>
        <p:nvSpPr>
          <p:cNvPr id="13" name="Title 1">
            <a:extLst>
              <a:ext uri="{FF2B5EF4-FFF2-40B4-BE49-F238E27FC236}">
                <a16:creationId xmlns:a16="http://schemas.microsoft.com/office/drawing/2014/main" id="{A5D83696-3D7B-4A44-BF1A-52CBF425DCD8}"/>
              </a:ext>
            </a:extLst>
          </p:cNvPr>
          <p:cNvSpPr txBox="1">
            <a:spLocks/>
          </p:cNvSpPr>
          <p:nvPr userDrawn="1"/>
        </p:nvSpPr>
        <p:spPr>
          <a:xfrm>
            <a:off x="705680" y="40488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lumMod val="50000"/>
                    <a:lumOff val="50000"/>
                  </a:schemeClr>
                </a:solidFill>
                <a:latin typeface="+mj-lt"/>
                <a:ea typeface="+mj-ea"/>
                <a:cs typeface="+mj-cs"/>
              </a:defRPr>
            </a:lvl1pPr>
          </a:lstStyle>
          <a:p>
            <a:r>
              <a:rPr lang="en-US" dirty="0"/>
              <a:t>Click to edit Master title style</a:t>
            </a:r>
          </a:p>
        </p:txBody>
      </p:sp>
      <p:pic>
        <p:nvPicPr>
          <p:cNvPr id="14" name="Picture 13">
            <a:extLst>
              <a:ext uri="{FF2B5EF4-FFF2-40B4-BE49-F238E27FC236}">
                <a16:creationId xmlns:a16="http://schemas.microsoft.com/office/drawing/2014/main" id="{43B3B4C0-8598-4C0D-8FF6-91C8F6E911EC}"/>
              </a:ext>
            </a:extLst>
          </p:cNvPr>
          <p:cNvPicPr>
            <a:picLocks noChangeAspect="1"/>
          </p:cNvPicPr>
          <p:nvPr userDrawn="1"/>
        </p:nvPicPr>
        <p:blipFill>
          <a:blip r:embed="rId2"/>
          <a:stretch>
            <a:fillRect/>
          </a:stretch>
        </p:blipFill>
        <p:spPr>
          <a:xfrm>
            <a:off x="10641122" y="218660"/>
            <a:ext cx="1160315" cy="369561"/>
          </a:xfrm>
          <a:prstGeom prst="rect">
            <a:avLst/>
          </a:prstGeom>
        </p:spPr>
      </p:pic>
    </p:spTree>
    <p:extLst>
      <p:ext uri="{BB962C8B-B14F-4D97-AF65-F5344CB8AC3E}">
        <p14:creationId xmlns:p14="http://schemas.microsoft.com/office/powerpoint/2010/main" val="378306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FA0252-28E1-40E5-ACE6-20D14F5256B9}"/>
              </a:ext>
            </a:extLst>
          </p:cNvPr>
          <p:cNvSpPr/>
          <p:nvPr/>
        </p:nvSpPr>
        <p:spPr>
          <a:xfrm>
            <a:off x="0" y="0"/>
            <a:ext cx="59574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618FD9-31FC-4567-B182-23204706A8B0}"/>
              </a:ext>
            </a:extLst>
          </p:cNvPr>
          <p:cNvSpPr/>
          <p:nvPr userDrawn="1"/>
        </p:nvSpPr>
        <p:spPr>
          <a:xfrm>
            <a:off x="207818" y="228209"/>
            <a:ext cx="11762508" cy="6433806"/>
          </a:xfrm>
          <a:prstGeom prst="rect">
            <a:avLst/>
          </a:prstGeom>
          <a:solidFill>
            <a:schemeClr val="bg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B29B7B4-B37A-4ECF-85D2-5A66AA4D9A3E}"/>
              </a:ext>
            </a:extLst>
          </p:cNvPr>
          <p:cNvSpPr/>
          <p:nvPr/>
        </p:nvSpPr>
        <p:spPr>
          <a:xfrm>
            <a:off x="11194473" y="6359236"/>
            <a:ext cx="775853" cy="2493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Manage</a:t>
            </a:r>
          </a:p>
        </p:txBody>
      </p:sp>
      <p:sp>
        <p:nvSpPr>
          <p:cNvPr id="8" name="Rectangle 7">
            <a:extLst>
              <a:ext uri="{FF2B5EF4-FFF2-40B4-BE49-F238E27FC236}">
                <a16:creationId xmlns:a16="http://schemas.microsoft.com/office/drawing/2014/main" id="{CCF4FB33-76DE-4704-8B1A-C3FE16F507E2}"/>
              </a:ext>
            </a:extLst>
          </p:cNvPr>
          <p:cNvSpPr/>
          <p:nvPr/>
        </p:nvSpPr>
        <p:spPr>
          <a:xfrm>
            <a:off x="10401669" y="6359236"/>
            <a:ext cx="775853" cy="24938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Implement</a:t>
            </a:r>
          </a:p>
        </p:txBody>
      </p:sp>
      <p:sp>
        <p:nvSpPr>
          <p:cNvPr id="9" name="Rectangle 8">
            <a:extLst>
              <a:ext uri="{FF2B5EF4-FFF2-40B4-BE49-F238E27FC236}">
                <a16:creationId xmlns:a16="http://schemas.microsoft.com/office/drawing/2014/main" id="{58A894C9-4BA3-403A-B5F2-D596A188AF2F}"/>
              </a:ext>
            </a:extLst>
          </p:cNvPr>
          <p:cNvSpPr/>
          <p:nvPr/>
        </p:nvSpPr>
        <p:spPr>
          <a:xfrm>
            <a:off x="9608865" y="6359236"/>
            <a:ext cx="775853" cy="249382"/>
          </a:xfrm>
          <a:prstGeom prst="rect">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Advise</a:t>
            </a:r>
          </a:p>
        </p:txBody>
      </p:sp>
      <p:sp>
        <p:nvSpPr>
          <p:cNvPr id="10" name="Rectangle 9">
            <a:extLst>
              <a:ext uri="{FF2B5EF4-FFF2-40B4-BE49-F238E27FC236}">
                <a16:creationId xmlns:a16="http://schemas.microsoft.com/office/drawing/2014/main" id="{970B9174-D03E-4D6F-A8E5-B9D3C8C2DB80}"/>
              </a:ext>
            </a:extLst>
          </p:cNvPr>
          <p:cNvSpPr/>
          <p:nvPr/>
        </p:nvSpPr>
        <p:spPr>
          <a:xfrm>
            <a:off x="8816061" y="6359236"/>
            <a:ext cx="775853" cy="2493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latin typeface="Segoe UI" panose="020B0502040204020203" pitchFamily="34" charset="0"/>
                <a:ea typeface="Segoe UI" panose="020B0502040204020203" pitchFamily="34" charset="0"/>
                <a:cs typeface="Segoe UI" panose="020B0502040204020203" pitchFamily="34" charset="0"/>
              </a:rPr>
              <a:t>Educate</a:t>
            </a:r>
          </a:p>
        </p:txBody>
      </p:sp>
      <p:pic>
        <p:nvPicPr>
          <p:cNvPr id="12" name="Picture 11">
            <a:extLst>
              <a:ext uri="{FF2B5EF4-FFF2-40B4-BE49-F238E27FC236}">
                <a16:creationId xmlns:a16="http://schemas.microsoft.com/office/drawing/2014/main" id="{3D8B38EC-7D37-4D9D-A97E-098F3EB1379C}"/>
              </a:ext>
            </a:extLst>
          </p:cNvPr>
          <p:cNvPicPr>
            <a:picLocks noChangeAspect="1"/>
          </p:cNvPicPr>
          <p:nvPr userDrawn="1"/>
        </p:nvPicPr>
        <p:blipFill>
          <a:blip r:embed="rId2"/>
          <a:stretch>
            <a:fillRect/>
          </a:stretch>
        </p:blipFill>
        <p:spPr>
          <a:xfrm>
            <a:off x="10657075" y="188454"/>
            <a:ext cx="1160315" cy="369561"/>
          </a:xfrm>
          <a:prstGeom prst="rect">
            <a:avLst/>
          </a:prstGeom>
        </p:spPr>
      </p:pic>
    </p:spTree>
    <p:extLst>
      <p:ext uri="{BB962C8B-B14F-4D97-AF65-F5344CB8AC3E}">
        <p14:creationId xmlns:p14="http://schemas.microsoft.com/office/powerpoint/2010/main" val="3528334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6CCC9-CB97-4066-B6DA-4148BB88F6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6ECEE-E57D-455E-A22A-6DE67E6B8B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E2D1F0-214E-43F0-A7BC-42F93E547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0B125E7-FC1E-4111-8E29-520E9E6AFC29}"/>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6" name="Footer Placeholder 5">
            <a:extLst>
              <a:ext uri="{FF2B5EF4-FFF2-40B4-BE49-F238E27FC236}">
                <a16:creationId xmlns:a16="http://schemas.microsoft.com/office/drawing/2014/main" id="{856E390C-8CD6-41DF-B8A7-0EA86E704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D1209-8122-481B-93F3-CD9D18358AD5}"/>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2872829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1060-B002-4A29-A677-95E1A92CC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A23B8C-6470-4EFE-BA18-C7C748C1CA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C14D961-FD3B-461E-A88E-64AC4821E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64AF84C-0554-4D2A-95E2-84C361AAEDFA}"/>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6" name="Footer Placeholder 5">
            <a:extLst>
              <a:ext uri="{FF2B5EF4-FFF2-40B4-BE49-F238E27FC236}">
                <a16:creationId xmlns:a16="http://schemas.microsoft.com/office/drawing/2014/main" id="{682BC5B5-70F3-4D7C-9421-4846A194AF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0C9E27-8F16-42E6-B25A-6357B56B30CB}"/>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3978059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1346-0FB6-45C7-A96E-DBDDF4C7C0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29AF55-8DB4-4235-B18B-7CA1658AEA7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F36DFF-55B4-41FE-BF5D-FC115ECB708B}"/>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CB1B04A8-2C06-4BAA-A780-6380C576F9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3476E6-F3EA-4F13-B40F-1978B532D33E}"/>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1738558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DEE29A-7B74-4351-AF12-4B1C4A1C7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3DBD61-8BBB-4413-B521-69C6BA2EBDB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B486CF-3404-43E2-AAB7-B052FC466837}"/>
              </a:ext>
            </a:extLst>
          </p:cNvPr>
          <p:cNvSpPr>
            <a:spLocks noGrp="1"/>
          </p:cNvSpPr>
          <p:nvPr>
            <p:ph type="dt" sz="half" idx="10"/>
          </p:nvPr>
        </p:nvSpPr>
        <p:spPr/>
        <p:txBody>
          <a:body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F37AE448-840B-441A-88AC-D0E89CE174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56B10-E457-4193-8E4C-4179814527ED}"/>
              </a:ext>
            </a:extLst>
          </p:cNvPr>
          <p:cNvSpPr>
            <a:spLocks noGrp="1"/>
          </p:cNvSpPr>
          <p:nvPr>
            <p:ph type="sldNum" sz="quarter" idx="12"/>
          </p:nvPr>
        </p:nvSpPr>
        <p:spPr/>
        <p:txBody>
          <a:bodyPr/>
          <a:lstStyle/>
          <a:p>
            <a:fld id="{A1FD0E78-183D-4F7D-A18B-8A4BED7B6988}" type="slidenum">
              <a:rPr lang="en-US" smtClean="0"/>
              <a:t>‹#›</a:t>
            </a:fld>
            <a:endParaRPr lang="en-US"/>
          </a:p>
        </p:txBody>
      </p:sp>
    </p:spTree>
    <p:extLst>
      <p:ext uri="{BB962C8B-B14F-4D97-AF65-F5344CB8AC3E}">
        <p14:creationId xmlns:p14="http://schemas.microsoft.com/office/powerpoint/2010/main" val="1506037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2EF02-B3FB-409B-B71D-7DB59224D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D66FC5-8BC1-45FA-8841-F34FA58FD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7B98F-173F-4961-A753-124D5F25A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474CCF-98B4-411A-8810-C31E8C29E19B}" type="datetimeFigureOut">
              <a:rPr lang="en-US" smtClean="0"/>
              <a:t>1/2/2023</a:t>
            </a:fld>
            <a:endParaRPr lang="en-US"/>
          </a:p>
        </p:txBody>
      </p:sp>
      <p:sp>
        <p:nvSpPr>
          <p:cNvPr id="5" name="Footer Placeholder 4">
            <a:extLst>
              <a:ext uri="{FF2B5EF4-FFF2-40B4-BE49-F238E27FC236}">
                <a16:creationId xmlns:a16="http://schemas.microsoft.com/office/drawing/2014/main" id="{69DB7A21-CD9E-479E-AAB2-6CC376E9F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ABC126-58FF-4F4D-A936-FEFCC877E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D0E78-183D-4F7D-A18B-8A4BED7B6988}" type="slidenum">
              <a:rPr lang="en-US" smtClean="0"/>
              <a:t>‹#›</a:t>
            </a:fld>
            <a:endParaRPr lang="en-US"/>
          </a:p>
        </p:txBody>
      </p:sp>
    </p:spTree>
    <p:extLst>
      <p:ext uri="{BB962C8B-B14F-4D97-AF65-F5344CB8AC3E}">
        <p14:creationId xmlns:p14="http://schemas.microsoft.com/office/powerpoint/2010/main" val="3606927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88C2-D62C-496E-8359-A6E42ABBE5C2}"/>
              </a:ext>
            </a:extLst>
          </p:cNvPr>
          <p:cNvSpPr>
            <a:spLocks noGrp="1"/>
          </p:cNvSpPr>
          <p:nvPr>
            <p:ph type="ctrTitle"/>
          </p:nvPr>
        </p:nvSpPr>
        <p:spPr/>
        <p:txBody>
          <a:bodyPr/>
          <a:lstStyle/>
          <a:p>
            <a:r>
              <a:rPr lang="en-US" dirty="0"/>
              <a:t>ADO.NET</a:t>
            </a:r>
          </a:p>
        </p:txBody>
      </p:sp>
      <p:sp>
        <p:nvSpPr>
          <p:cNvPr id="3" name="Subtitle 2">
            <a:extLst>
              <a:ext uri="{FF2B5EF4-FFF2-40B4-BE49-F238E27FC236}">
                <a16:creationId xmlns:a16="http://schemas.microsoft.com/office/drawing/2014/main" id="{D66627D2-8B6B-4DCC-9D83-1FA969EFAFA0}"/>
              </a:ext>
            </a:extLst>
          </p:cNvPr>
          <p:cNvSpPr>
            <a:spLocks noGrp="1"/>
          </p:cNvSpPr>
          <p:nvPr>
            <p:ph type="subTitle" idx="1"/>
          </p:nvPr>
        </p:nvSpPr>
        <p:spPr/>
        <p:txBody>
          <a:bodyPr>
            <a:normAutofit/>
          </a:bodyPr>
          <a:lstStyle/>
          <a:p>
            <a:r>
              <a:rPr lang="en-US" dirty="0"/>
              <a:t>Sunita Jain</a:t>
            </a:r>
          </a:p>
        </p:txBody>
      </p:sp>
      <p:sp>
        <p:nvSpPr>
          <p:cNvPr id="7" name="Rectangle 6">
            <a:extLst>
              <a:ext uri="{FF2B5EF4-FFF2-40B4-BE49-F238E27FC236}">
                <a16:creationId xmlns:a16="http://schemas.microsoft.com/office/drawing/2014/main" id="{48E47E93-B5EA-4CFA-A094-F8E86D628A86}"/>
              </a:ext>
            </a:extLst>
          </p:cNvPr>
          <p:cNvSpPr/>
          <p:nvPr/>
        </p:nvSpPr>
        <p:spPr>
          <a:xfrm>
            <a:off x="5195251" y="4576880"/>
            <a:ext cx="5167745" cy="14131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6091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EFDC-790E-4E47-A515-1EBCF1F2F2CD}"/>
              </a:ext>
            </a:extLst>
          </p:cNvPr>
          <p:cNvSpPr>
            <a:spLocks noGrp="1"/>
          </p:cNvSpPr>
          <p:nvPr>
            <p:ph type="title"/>
          </p:nvPr>
        </p:nvSpPr>
        <p:spPr>
          <a:xfrm>
            <a:off x="353565" y="251655"/>
            <a:ext cx="9438716" cy="797605"/>
          </a:xfrm>
        </p:spPr>
        <p:txBody>
          <a:bodyPr/>
          <a:lstStyle/>
          <a:p>
            <a:r>
              <a:rPr lang="en-US" b="1" dirty="0"/>
              <a:t>ADO.NET Architecture and Role of Managed Provider </a:t>
            </a:r>
            <a:endParaRPr lang="en-US" dirty="0"/>
          </a:p>
        </p:txBody>
      </p:sp>
      <p:sp>
        <p:nvSpPr>
          <p:cNvPr id="16" name="Content Placeholder 15">
            <a:extLst>
              <a:ext uri="{FF2B5EF4-FFF2-40B4-BE49-F238E27FC236}">
                <a16:creationId xmlns:a16="http://schemas.microsoft.com/office/drawing/2014/main" id="{C110FDCF-2EC3-46D4-A98B-824D58833898}"/>
              </a:ext>
            </a:extLst>
          </p:cNvPr>
          <p:cNvSpPr>
            <a:spLocks noGrp="1"/>
          </p:cNvSpPr>
          <p:nvPr>
            <p:ph idx="4294967295"/>
          </p:nvPr>
        </p:nvSpPr>
        <p:spPr>
          <a:xfrm>
            <a:off x="726724" y="1253331"/>
            <a:ext cx="11039452" cy="5053380"/>
          </a:xfrm>
        </p:spPr>
        <p:txBody>
          <a:bodyPr/>
          <a:lstStyle/>
          <a:p>
            <a:endParaRPr lang="en-US" dirty="0"/>
          </a:p>
        </p:txBody>
      </p:sp>
      <p:pic>
        <p:nvPicPr>
          <p:cNvPr id="3" name="Picture 2">
            <a:extLst>
              <a:ext uri="{FF2B5EF4-FFF2-40B4-BE49-F238E27FC236}">
                <a16:creationId xmlns:a16="http://schemas.microsoft.com/office/drawing/2014/main" id="{6E5F80C2-AE11-4D1F-A4D1-7497E4AA8E5E}"/>
              </a:ext>
            </a:extLst>
          </p:cNvPr>
          <p:cNvPicPr>
            <a:picLocks noChangeAspect="1"/>
          </p:cNvPicPr>
          <p:nvPr/>
        </p:nvPicPr>
        <p:blipFill>
          <a:blip r:embed="rId2"/>
          <a:stretch>
            <a:fillRect/>
          </a:stretch>
        </p:blipFill>
        <p:spPr>
          <a:xfrm>
            <a:off x="960558" y="1287036"/>
            <a:ext cx="10348417" cy="5019675"/>
          </a:xfrm>
          <a:prstGeom prst="rect">
            <a:avLst/>
          </a:prstGeom>
        </p:spPr>
      </p:pic>
    </p:spTree>
    <p:extLst>
      <p:ext uri="{BB962C8B-B14F-4D97-AF65-F5344CB8AC3E}">
        <p14:creationId xmlns:p14="http://schemas.microsoft.com/office/powerpoint/2010/main" val="2290764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33AFC-C220-4038-ACF0-E5D4B3B57FD0}"/>
              </a:ext>
            </a:extLst>
          </p:cNvPr>
          <p:cNvSpPr>
            <a:spLocks noGrp="1"/>
          </p:cNvSpPr>
          <p:nvPr>
            <p:ph type="title"/>
          </p:nvPr>
        </p:nvSpPr>
        <p:spPr>
          <a:xfrm>
            <a:off x="353565" y="251655"/>
            <a:ext cx="9438716" cy="797605"/>
          </a:xfrm>
        </p:spPr>
        <p:txBody>
          <a:bodyPr/>
          <a:lstStyle/>
          <a:p>
            <a:r>
              <a:rPr lang="en-IN" b="1" dirty="0"/>
              <a:t>Role of Managed Provider </a:t>
            </a:r>
            <a:endParaRPr lang="en-US" dirty="0"/>
          </a:p>
        </p:txBody>
      </p:sp>
      <p:sp>
        <p:nvSpPr>
          <p:cNvPr id="4" name="Content Placeholder 3">
            <a:extLst>
              <a:ext uri="{FF2B5EF4-FFF2-40B4-BE49-F238E27FC236}">
                <a16:creationId xmlns:a16="http://schemas.microsoft.com/office/drawing/2014/main" id="{0146DD26-E59E-4BAA-A74F-05E44312CC29}"/>
              </a:ext>
            </a:extLst>
          </p:cNvPr>
          <p:cNvSpPr>
            <a:spLocks noGrp="1"/>
          </p:cNvSpPr>
          <p:nvPr>
            <p:ph idx="4294967295"/>
          </p:nvPr>
        </p:nvSpPr>
        <p:spPr>
          <a:xfrm>
            <a:off x="726724" y="1253331"/>
            <a:ext cx="11039452" cy="5053380"/>
          </a:xfrm>
        </p:spPr>
        <p:txBody>
          <a:bodyPr/>
          <a:lstStyle/>
          <a:p>
            <a:r>
              <a:rPr lang="en-US" dirty="0">
                <a:solidFill>
                  <a:schemeClr val="tx1">
                    <a:lumMod val="50000"/>
                    <a:lumOff val="50000"/>
                  </a:schemeClr>
                </a:solidFill>
                <a:latin typeface="Trebuchet MS" panose="020B0603020202020204" pitchFamily="34" charset="0"/>
              </a:rPr>
              <a:t>It is a </a:t>
            </a:r>
            <a:r>
              <a:rPr lang="en-US" dirty="0" err="1">
                <a:solidFill>
                  <a:schemeClr val="tx1">
                    <a:lumMod val="50000"/>
                    <a:lumOff val="50000"/>
                  </a:schemeClr>
                </a:solidFill>
                <a:latin typeface="Trebuchet MS" panose="020B0603020202020204" pitchFamily="34" charset="0"/>
              </a:rPr>
              <a:t>.Net</a:t>
            </a:r>
            <a:r>
              <a:rPr lang="en-US" dirty="0">
                <a:solidFill>
                  <a:schemeClr val="tx1">
                    <a:lumMod val="50000"/>
                    <a:lumOff val="50000"/>
                  </a:schemeClr>
                </a:solidFill>
                <a:latin typeface="Trebuchet MS" panose="020B0603020202020204" pitchFamily="34" charset="0"/>
              </a:rPr>
              <a:t> component implementing certain standard set of interfaces provided by Microsoft, for a specific type of backend. </a:t>
            </a:r>
          </a:p>
          <a:p>
            <a:r>
              <a:rPr lang="en-US" dirty="0">
                <a:solidFill>
                  <a:schemeClr val="tx1">
                    <a:lumMod val="50000"/>
                    <a:lumOff val="50000"/>
                  </a:schemeClr>
                </a:solidFill>
                <a:latin typeface="Trebuchet MS" panose="020B0603020202020204" pitchFamily="34" charset="0"/>
              </a:rPr>
              <a:t>Following are the four managed providers which are built in along with MS.NET Framework. </a:t>
            </a:r>
          </a:p>
          <a:p>
            <a:endParaRPr lang="en-IN" dirty="0"/>
          </a:p>
        </p:txBody>
      </p:sp>
    </p:spTree>
    <p:extLst>
      <p:ext uri="{BB962C8B-B14F-4D97-AF65-F5344CB8AC3E}">
        <p14:creationId xmlns:p14="http://schemas.microsoft.com/office/powerpoint/2010/main" val="2967395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0536-7420-456D-85A0-870290776FFC}"/>
              </a:ext>
            </a:extLst>
          </p:cNvPr>
          <p:cNvSpPr>
            <a:spLocks noGrp="1"/>
          </p:cNvSpPr>
          <p:nvPr>
            <p:ph type="title"/>
          </p:nvPr>
        </p:nvSpPr>
        <p:spPr>
          <a:xfrm>
            <a:off x="353565" y="251655"/>
            <a:ext cx="9438716" cy="797605"/>
          </a:xfrm>
        </p:spPr>
        <p:txBody>
          <a:bodyPr/>
          <a:lstStyle/>
          <a:p>
            <a:r>
              <a:rPr lang="en-IN" b="1" dirty="0"/>
              <a:t>Role of Managed Provider </a:t>
            </a:r>
            <a:endParaRPr lang="en-IN" dirty="0"/>
          </a:p>
        </p:txBody>
      </p:sp>
      <p:graphicFrame>
        <p:nvGraphicFramePr>
          <p:cNvPr id="4" name="Table 4">
            <a:extLst>
              <a:ext uri="{FF2B5EF4-FFF2-40B4-BE49-F238E27FC236}">
                <a16:creationId xmlns:a16="http://schemas.microsoft.com/office/drawing/2014/main" id="{BCDB109F-438B-49DC-90CE-6CBC34FDACE0}"/>
              </a:ext>
            </a:extLst>
          </p:cNvPr>
          <p:cNvGraphicFramePr>
            <a:graphicFrameLocks noGrp="1"/>
          </p:cNvGraphicFramePr>
          <p:nvPr>
            <p:ph idx="4294967295"/>
            <p:extLst>
              <p:ext uri="{D42A27DB-BD31-4B8C-83A1-F6EECF244321}">
                <p14:modId xmlns:p14="http://schemas.microsoft.com/office/powerpoint/2010/main" val="4047777973"/>
              </p:ext>
            </p:extLst>
          </p:nvPr>
        </p:nvGraphicFramePr>
        <p:xfrm>
          <a:off x="484987" y="1075765"/>
          <a:ext cx="11213956" cy="5394960"/>
        </p:xfrm>
        <a:graphic>
          <a:graphicData uri="http://schemas.openxmlformats.org/drawingml/2006/table">
            <a:tbl>
              <a:tblPr firstRow="1" bandRow="1">
                <a:tableStyleId>{5C22544A-7EE6-4342-B048-85BDC9FD1C3A}</a:tableStyleId>
              </a:tblPr>
              <a:tblGrid>
                <a:gridCol w="2803489">
                  <a:extLst>
                    <a:ext uri="{9D8B030D-6E8A-4147-A177-3AD203B41FA5}">
                      <a16:colId xmlns:a16="http://schemas.microsoft.com/office/drawing/2014/main" val="1385034999"/>
                    </a:ext>
                  </a:extLst>
                </a:gridCol>
                <a:gridCol w="2803489">
                  <a:extLst>
                    <a:ext uri="{9D8B030D-6E8A-4147-A177-3AD203B41FA5}">
                      <a16:colId xmlns:a16="http://schemas.microsoft.com/office/drawing/2014/main" val="1690483080"/>
                    </a:ext>
                  </a:extLst>
                </a:gridCol>
                <a:gridCol w="2803489">
                  <a:extLst>
                    <a:ext uri="{9D8B030D-6E8A-4147-A177-3AD203B41FA5}">
                      <a16:colId xmlns:a16="http://schemas.microsoft.com/office/drawing/2014/main" val="4087163054"/>
                    </a:ext>
                  </a:extLst>
                </a:gridCol>
                <a:gridCol w="2803489">
                  <a:extLst>
                    <a:ext uri="{9D8B030D-6E8A-4147-A177-3AD203B41FA5}">
                      <a16:colId xmlns:a16="http://schemas.microsoft.com/office/drawing/2014/main" val="2736052597"/>
                    </a:ext>
                  </a:extLst>
                </a:gridCol>
              </a:tblGrid>
              <a:tr h="784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u="none" strike="noStrike" kern="1200" baseline="0" dirty="0">
                          <a:solidFill>
                            <a:schemeClr val="lt1"/>
                          </a:solidFill>
                          <a:latin typeface="+mn-lt"/>
                          <a:ea typeface="+mn-ea"/>
                          <a:cs typeface="+mn-cs"/>
                        </a:rPr>
                        <a:t>Provider Name </a:t>
                      </a:r>
                      <a:r>
                        <a:rPr lang="en-IN" sz="1800" b="0" i="0" u="none" strike="noStrike" kern="1200" baseline="0" dirty="0">
                          <a:solidFill>
                            <a:schemeClr val="lt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u="none" strike="noStrike" kern="1200" baseline="0" dirty="0">
                          <a:solidFill>
                            <a:schemeClr val="lt1"/>
                          </a:solidFill>
                          <a:latin typeface="+mn-lt"/>
                          <a:ea typeface="+mn-ea"/>
                          <a:cs typeface="+mn-cs"/>
                        </a:rPr>
                        <a:t>Namespace </a:t>
                      </a:r>
                      <a:r>
                        <a:rPr lang="en-IN" sz="1800" b="0" i="0" u="none" strike="noStrike" kern="1200" baseline="0" dirty="0">
                          <a:solidFill>
                            <a:schemeClr val="lt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u="none" strike="noStrike" kern="1200" baseline="0" dirty="0">
                          <a:solidFill>
                            <a:schemeClr val="lt1"/>
                          </a:solidFill>
                          <a:latin typeface="+mn-lt"/>
                          <a:ea typeface="+mn-ea"/>
                          <a:cs typeface="+mn-cs"/>
                        </a:rPr>
                        <a:t>API prefix </a:t>
                      </a:r>
                      <a:r>
                        <a:rPr lang="en-IN" sz="1800" b="0" i="0" u="none" strike="noStrike" kern="1200" baseline="0" dirty="0">
                          <a:solidFill>
                            <a:schemeClr val="lt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u="none" strike="noStrike" kern="1200" baseline="0" dirty="0">
                          <a:solidFill>
                            <a:schemeClr val="lt1"/>
                          </a:solidFill>
                          <a:latin typeface="+mn-lt"/>
                          <a:ea typeface="+mn-ea"/>
                          <a:cs typeface="+mn-cs"/>
                        </a:rPr>
                        <a:t>Data Source Description </a:t>
                      </a:r>
                      <a:r>
                        <a:rPr lang="en-IN" sz="1800" b="0" i="0" u="none" strike="noStrike" kern="1200" baseline="0" dirty="0">
                          <a:solidFill>
                            <a:schemeClr val="lt1"/>
                          </a:solidFill>
                          <a:latin typeface="+mn-lt"/>
                          <a:ea typeface="+mn-ea"/>
                          <a:cs typeface="+mn-cs"/>
                        </a:rPr>
                        <a:t>	</a:t>
                      </a:r>
                    </a:p>
                    <a:p>
                      <a:endParaRPr lang="en-IN" dirty="0"/>
                    </a:p>
                  </a:txBody>
                  <a:tcPr/>
                </a:tc>
                <a:extLst>
                  <a:ext uri="{0D108BD9-81ED-4DB2-BD59-A6C34878D82A}">
                    <a16:rowId xmlns:a16="http://schemas.microsoft.com/office/drawing/2014/main" val="840390212"/>
                  </a:ext>
                </a:extLst>
              </a:tr>
              <a:tr h="10192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a:solidFill>
                            <a:schemeClr val="dk1"/>
                          </a:solidFill>
                          <a:latin typeface="+mn-lt"/>
                          <a:ea typeface="+mn-ea"/>
                          <a:cs typeface="+mn-cs"/>
                        </a:rPr>
                        <a:t>ODBC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System.Data.Odbc</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Odbc</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Data Sources with an ODBC interface. Normally older data bases. 	</a:t>
                      </a:r>
                    </a:p>
                    <a:p>
                      <a:endParaRPr lang="en-IN" dirty="0"/>
                    </a:p>
                  </a:txBody>
                  <a:tcPr/>
                </a:tc>
                <a:extLst>
                  <a:ext uri="{0D108BD9-81ED-4DB2-BD59-A6C34878D82A}">
                    <a16:rowId xmlns:a16="http://schemas.microsoft.com/office/drawing/2014/main" val="3073185682"/>
                  </a:ext>
                </a:extLst>
              </a:tr>
              <a:tr h="10192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OleDb</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System.Data.Oledb</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OleDb</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Data Sources that expose an </a:t>
                      </a:r>
                      <a:r>
                        <a:rPr lang="en-US" sz="1800" b="0" i="0" u="none" strike="noStrike" kern="1200" baseline="0" dirty="0" err="1">
                          <a:solidFill>
                            <a:schemeClr val="dk1"/>
                          </a:solidFill>
                          <a:latin typeface="+mn-lt"/>
                          <a:ea typeface="+mn-ea"/>
                          <a:cs typeface="+mn-cs"/>
                        </a:rPr>
                        <a:t>OleDb</a:t>
                      </a:r>
                      <a:r>
                        <a:rPr lang="en-US" sz="1800" b="0" i="0" u="none" strike="noStrike" kern="1200" baseline="0" dirty="0">
                          <a:solidFill>
                            <a:schemeClr val="dk1"/>
                          </a:solidFill>
                          <a:latin typeface="+mn-lt"/>
                          <a:ea typeface="+mn-ea"/>
                          <a:cs typeface="+mn-cs"/>
                        </a:rPr>
                        <a:t> interface, i.e. Access or Excel. 	</a:t>
                      </a:r>
                    </a:p>
                    <a:p>
                      <a:endParaRPr lang="en-IN" dirty="0"/>
                    </a:p>
                  </a:txBody>
                  <a:tcPr/>
                </a:tc>
                <a:extLst>
                  <a:ext uri="{0D108BD9-81ED-4DB2-BD59-A6C34878D82A}">
                    <a16:rowId xmlns:a16="http://schemas.microsoft.com/office/drawing/2014/main" val="164189337"/>
                  </a:ext>
                </a:extLst>
              </a:tr>
              <a:tr h="784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a:solidFill>
                            <a:schemeClr val="dk1"/>
                          </a:solidFill>
                          <a:latin typeface="+mn-lt"/>
                          <a:ea typeface="+mn-ea"/>
                          <a:cs typeface="+mn-cs"/>
                        </a:rPr>
                        <a:t>Oracle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System.Data.OracleClient</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a:solidFill>
                            <a:schemeClr val="dk1"/>
                          </a:solidFill>
                          <a:latin typeface="+mn-lt"/>
                          <a:ea typeface="+mn-ea"/>
                          <a:cs typeface="+mn-cs"/>
                        </a:rPr>
                        <a:t>Oracle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a:solidFill>
                            <a:schemeClr val="dk1"/>
                          </a:solidFill>
                          <a:latin typeface="+mn-lt"/>
                          <a:ea typeface="+mn-ea"/>
                          <a:cs typeface="+mn-cs"/>
                        </a:rPr>
                        <a:t>For Oracle Databases. 	</a:t>
                      </a:r>
                    </a:p>
                    <a:p>
                      <a:endParaRPr lang="en-IN" dirty="0"/>
                    </a:p>
                  </a:txBody>
                  <a:tcPr/>
                </a:tc>
                <a:extLst>
                  <a:ext uri="{0D108BD9-81ED-4DB2-BD59-A6C34878D82A}">
                    <a16:rowId xmlns:a16="http://schemas.microsoft.com/office/drawing/2014/main" val="2086328426"/>
                  </a:ext>
                </a:extLst>
              </a:tr>
              <a:tr h="10192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a:solidFill>
                            <a:schemeClr val="dk1"/>
                          </a:solidFill>
                          <a:latin typeface="+mn-lt"/>
                          <a:ea typeface="+mn-ea"/>
                          <a:cs typeface="+mn-cs"/>
                        </a:rPr>
                        <a:t>SQL Server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System.Data.SqlClient</a:t>
                      </a:r>
                      <a:endParaRPr lang="en-IN" sz="1800" b="0" i="0" u="none" strike="noStrike" kern="1200" baseline="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err="1">
                          <a:solidFill>
                            <a:schemeClr val="dk1"/>
                          </a:solidFill>
                          <a:latin typeface="+mn-lt"/>
                          <a:ea typeface="+mn-ea"/>
                          <a:cs typeface="+mn-cs"/>
                        </a:rPr>
                        <a:t>Sql</a:t>
                      </a:r>
                      <a:r>
                        <a:rPr lang="en-IN" sz="1800" b="0" i="0" u="none" strike="noStrike" kern="1200" baseline="0" dirty="0">
                          <a:solidFill>
                            <a:schemeClr val="dk1"/>
                          </a:solidFill>
                          <a:latin typeface="+mn-lt"/>
                          <a:ea typeface="+mn-ea"/>
                          <a:cs typeface="+mn-cs"/>
                        </a:rPr>
                        <a:t> 	</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For interacting with Microsoft SQL Server. 	</a:t>
                      </a:r>
                    </a:p>
                    <a:p>
                      <a:endParaRPr lang="en-IN" dirty="0"/>
                    </a:p>
                  </a:txBody>
                  <a:tcPr/>
                </a:tc>
                <a:extLst>
                  <a:ext uri="{0D108BD9-81ED-4DB2-BD59-A6C34878D82A}">
                    <a16:rowId xmlns:a16="http://schemas.microsoft.com/office/drawing/2014/main" val="2836541212"/>
                  </a:ext>
                </a:extLst>
              </a:tr>
            </a:tbl>
          </a:graphicData>
        </a:graphic>
      </p:graphicFrame>
    </p:spTree>
    <p:extLst>
      <p:ext uri="{BB962C8B-B14F-4D97-AF65-F5344CB8AC3E}">
        <p14:creationId xmlns:p14="http://schemas.microsoft.com/office/powerpoint/2010/main" val="1880532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66229-F5BB-453D-ADF0-6BD8B443F01F}"/>
              </a:ext>
            </a:extLst>
          </p:cNvPr>
          <p:cNvSpPr>
            <a:spLocks noGrp="1"/>
          </p:cNvSpPr>
          <p:nvPr>
            <p:ph type="title"/>
          </p:nvPr>
        </p:nvSpPr>
        <p:spPr>
          <a:xfrm>
            <a:off x="353565" y="251655"/>
            <a:ext cx="9438716" cy="797605"/>
          </a:xfrm>
        </p:spPr>
        <p:txBody>
          <a:bodyPr>
            <a:normAutofit fontScale="90000"/>
          </a:bodyPr>
          <a:lstStyle/>
          <a:p>
            <a:r>
              <a:rPr lang="en-US" b="1" dirty="0"/>
              <a:t>Important Objects in Managed Provider (ADO.NET Objects): </a:t>
            </a:r>
            <a:endParaRPr lang="en-IN" dirty="0"/>
          </a:p>
        </p:txBody>
      </p:sp>
      <p:sp>
        <p:nvSpPr>
          <p:cNvPr id="3" name="Content Placeholder 2">
            <a:extLst>
              <a:ext uri="{FF2B5EF4-FFF2-40B4-BE49-F238E27FC236}">
                <a16:creationId xmlns:a16="http://schemas.microsoft.com/office/drawing/2014/main" id="{6A545B0D-5121-4D11-ACA0-2DB981DAE3C6}"/>
              </a:ext>
            </a:extLst>
          </p:cNvPr>
          <p:cNvSpPr>
            <a:spLocks noGrp="1"/>
          </p:cNvSpPr>
          <p:nvPr>
            <p:ph idx="4294967295"/>
          </p:nvPr>
        </p:nvSpPr>
        <p:spPr>
          <a:xfrm>
            <a:off x="726724" y="1293673"/>
            <a:ext cx="11039452" cy="5053380"/>
          </a:xfrm>
        </p:spPr>
        <p:txBody>
          <a:bodyPr/>
          <a:lstStyle/>
          <a:p>
            <a:r>
              <a:rPr lang="en-US" sz="2400" b="1" dirty="0">
                <a:solidFill>
                  <a:schemeClr val="tx1">
                    <a:lumMod val="50000"/>
                    <a:lumOff val="50000"/>
                  </a:schemeClr>
                </a:solidFill>
                <a:latin typeface="Trebuchet MS" panose="020B0603020202020204" pitchFamily="34" charset="0"/>
              </a:rPr>
              <a:t>Connection: </a:t>
            </a:r>
            <a:r>
              <a:rPr lang="en-US" sz="2400" dirty="0">
                <a:solidFill>
                  <a:schemeClr val="tx1">
                    <a:lumMod val="50000"/>
                    <a:lumOff val="50000"/>
                  </a:schemeClr>
                </a:solidFill>
                <a:latin typeface="Trebuchet MS" panose="020B0603020202020204" pitchFamily="34" charset="0"/>
              </a:rPr>
              <a:t>Connection object encapsulates the functionally of establishing a </a:t>
            </a:r>
            <a:r>
              <a:rPr lang="en-US" sz="2400" b="1" dirty="0">
                <a:solidFill>
                  <a:schemeClr val="tx1">
                    <a:lumMod val="50000"/>
                    <a:lumOff val="50000"/>
                  </a:schemeClr>
                </a:solidFill>
                <a:latin typeface="Trebuchet MS" panose="020B0603020202020204" pitchFamily="34" charset="0"/>
              </a:rPr>
              <a:t>communication path </a:t>
            </a:r>
            <a:r>
              <a:rPr lang="en-US" sz="2400" dirty="0">
                <a:solidFill>
                  <a:schemeClr val="tx1">
                    <a:lumMod val="50000"/>
                    <a:lumOff val="50000"/>
                  </a:schemeClr>
                </a:solidFill>
                <a:latin typeface="Trebuchet MS" panose="020B0603020202020204" pitchFamily="34" charset="0"/>
              </a:rPr>
              <a:t>over the sockets. </a:t>
            </a:r>
            <a:endParaRPr lang="en-IN" sz="2400" dirty="0">
              <a:solidFill>
                <a:schemeClr val="tx1">
                  <a:lumMod val="50000"/>
                  <a:lumOff val="50000"/>
                </a:schemeClr>
              </a:solidFill>
              <a:latin typeface="Trebuchet MS" panose="020B0603020202020204" pitchFamily="34" charset="0"/>
            </a:endParaRPr>
          </a:p>
          <a:p>
            <a:r>
              <a:rPr lang="en-US" sz="2400" b="1" dirty="0">
                <a:solidFill>
                  <a:schemeClr val="tx1">
                    <a:lumMod val="50000"/>
                    <a:lumOff val="50000"/>
                  </a:schemeClr>
                </a:solidFill>
                <a:latin typeface="Trebuchet MS" panose="020B0603020202020204" pitchFamily="34" charset="0"/>
              </a:rPr>
              <a:t>Command: </a:t>
            </a:r>
            <a:r>
              <a:rPr lang="en-US" sz="2400" dirty="0">
                <a:solidFill>
                  <a:schemeClr val="tx1">
                    <a:lumMod val="50000"/>
                    <a:lumOff val="50000"/>
                  </a:schemeClr>
                </a:solidFill>
                <a:latin typeface="Trebuchet MS" panose="020B0603020202020204" pitchFamily="34" charset="0"/>
              </a:rPr>
              <a:t>Command Object can be used for execution of any </a:t>
            </a:r>
            <a:r>
              <a:rPr lang="en-US" sz="2400" b="1" dirty="0">
                <a:solidFill>
                  <a:schemeClr val="tx1">
                    <a:lumMod val="50000"/>
                    <a:lumOff val="50000"/>
                  </a:schemeClr>
                </a:solidFill>
                <a:latin typeface="Trebuchet MS" panose="020B0603020202020204" pitchFamily="34" charset="0"/>
              </a:rPr>
              <a:t>type </a:t>
            </a:r>
            <a:r>
              <a:rPr lang="en-US" sz="2400" dirty="0">
                <a:solidFill>
                  <a:schemeClr val="tx1">
                    <a:lumMod val="50000"/>
                    <a:lumOff val="50000"/>
                  </a:schemeClr>
                </a:solidFill>
                <a:latin typeface="Trebuchet MS" panose="020B0603020202020204" pitchFamily="34" charset="0"/>
              </a:rPr>
              <a:t>of </a:t>
            </a:r>
            <a:r>
              <a:rPr lang="en-US" sz="2400" dirty="0" err="1">
                <a:solidFill>
                  <a:schemeClr val="tx1">
                    <a:lumMod val="50000"/>
                    <a:lumOff val="50000"/>
                  </a:schemeClr>
                </a:solidFill>
                <a:latin typeface="Trebuchet MS" panose="020B0603020202020204" pitchFamily="34" charset="0"/>
              </a:rPr>
              <a:t>Sql</a:t>
            </a:r>
            <a:r>
              <a:rPr lang="en-US" sz="2400" dirty="0">
                <a:solidFill>
                  <a:schemeClr val="tx1">
                    <a:lumMod val="50000"/>
                    <a:lumOff val="50000"/>
                  </a:schemeClr>
                </a:solidFill>
                <a:latin typeface="Trebuchet MS" panose="020B0603020202020204" pitchFamily="34" charset="0"/>
              </a:rPr>
              <a:t> Statement including Stored Procedures. </a:t>
            </a:r>
            <a:endParaRPr lang="en-IN" sz="2400" dirty="0">
              <a:solidFill>
                <a:schemeClr val="tx1">
                  <a:lumMod val="50000"/>
                  <a:lumOff val="50000"/>
                </a:schemeClr>
              </a:solidFill>
              <a:latin typeface="Trebuchet MS" panose="020B0603020202020204" pitchFamily="34" charset="0"/>
            </a:endParaRPr>
          </a:p>
          <a:p>
            <a:r>
              <a:rPr lang="en-US" sz="2400" b="1" dirty="0">
                <a:solidFill>
                  <a:schemeClr val="tx1">
                    <a:lumMod val="50000"/>
                    <a:lumOff val="50000"/>
                  </a:schemeClr>
                </a:solidFill>
                <a:latin typeface="Trebuchet MS" panose="020B0603020202020204" pitchFamily="34" charset="0"/>
              </a:rPr>
              <a:t>Data Reader: </a:t>
            </a:r>
            <a:r>
              <a:rPr lang="en-US" sz="2400" dirty="0">
                <a:solidFill>
                  <a:schemeClr val="tx1">
                    <a:lumMod val="50000"/>
                    <a:lumOff val="50000"/>
                  </a:schemeClr>
                </a:solidFill>
                <a:latin typeface="Trebuchet MS" panose="020B0603020202020204" pitchFamily="34" charset="0"/>
              </a:rPr>
              <a:t>Used to fetch data returned from result of execution of Select statement. </a:t>
            </a:r>
            <a:endParaRPr lang="en-IN" sz="2400" dirty="0">
              <a:solidFill>
                <a:schemeClr val="tx1">
                  <a:lumMod val="50000"/>
                  <a:lumOff val="50000"/>
                </a:schemeClr>
              </a:solidFill>
              <a:latin typeface="Trebuchet MS" panose="020B0603020202020204" pitchFamily="34" charset="0"/>
            </a:endParaRPr>
          </a:p>
          <a:p>
            <a:r>
              <a:rPr lang="en-US" sz="2400" b="1" dirty="0">
                <a:solidFill>
                  <a:schemeClr val="tx1">
                    <a:lumMod val="50000"/>
                    <a:lumOff val="50000"/>
                  </a:schemeClr>
                </a:solidFill>
                <a:latin typeface="Trebuchet MS" panose="020B0603020202020204" pitchFamily="34" charset="0"/>
              </a:rPr>
              <a:t>Data Adapter: </a:t>
            </a:r>
            <a:r>
              <a:rPr lang="en-US" sz="2400" dirty="0">
                <a:solidFill>
                  <a:schemeClr val="tx1">
                    <a:lumMod val="50000"/>
                    <a:lumOff val="50000"/>
                  </a:schemeClr>
                </a:solidFill>
                <a:latin typeface="Trebuchet MS" panose="020B0603020202020204" pitchFamily="34" charset="0"/>
              </a:rPr>
              <a:t>Used to create </a:t>
            </a:r>
            <a:r>
              <a:rPr lang="en-US" sz="2400" dirty="0" err="1">
                <a:solidFill>
                  <a:schemeClr val="tx1">
                    <a:lumMod val="50000"/>
                    <a:lumOff val="50000"/>
                  </a:schemeClr>
                </a:solidFill>
                <a:latin typeface="Trebuchet MS" panose="020B0603020202020204" pitchFamily="34" charset="0"/>
              </a:rPr>
              <a:t>DataSet</a:t>
            </a:r>
            <a:r>
              <a:rPr lang="en-US" sz="2400" dirty="0">
                <a:solidFill>
                  <a:schemeClr val="tx1">
                    <a:lumMod val="50000"/>
                    <a:lumOff val="50000"/>
                  </a:schemeClr>
                </a:solidFill>
                <a:latin typeface="Trebuchet MS" panose="020B0603020202020204" pitchFamily="34" charset="0"/>
              </a:rPr>
              <a:t> which is disconnected model of operating with database. </a:t>
            </a:r>
          </a:p>
          <a:p>
            <a:endParaRPr lang="en-US" dirty="0"/>
          </a:p>
          <a:p>
            <a:endParaRPr lang="en-US" dirty="0"/>
          </a:p>
          <a:p>
            <a:endParaRPr lang="en-IN" dirty="0"/>
          </a:p>
        </p:txBody>
      </p:sp>
    </p:spTree>
    <p:extLst>
      <p:ext uri="{BB962C8B-B14F-4D97-AF65-F5344CB8AC3E}">
        <p14:creationId xmlns:p14="http://schemas.microsoft.com/office/powerpoint/2010/main" val="2613479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4A9E6-8C13-4647-8CF0-6A6BB0555B8D}"/>
              </a:ext>
            </a:extLst>
          </p:cNvPr>
          <p:cNvSpPr>
            <a:spLocks noGrp="1"/>
          </p:cNvSpPr>
          <p:nvPr>
            <p:ph type="title"/>
          </p:nvPr>
        </p:nvSpPr>
        <p:spPr>
          <a:xfrm>
            <a:off x="353565" y="251655"/>
            <a:ext cx="9438716" cy="797605"/>
          </a:xfrm>
        </p:spPr>
        <p:txBody>
          <a:bodyPr/>
          <a:lstStyle/>
          <a:p>
            <a:r>
              <a:rPr lang="en-IN" b="1" dirty="0"/>
              <a:t>What is Connection Pooling? </a:t>
            </a:r>
            <a:endParaRPr lang="en-IN" dirty="0"/>
          </a:p>
        </p:txBody>
      </p:sp>
      <p:sp>
        <p:nvSpPr>
          <p:cNvPr id="3" name="Content Placeholder 2">
            <a:extLst>
              <a:ext uri="{FF2B5EF4-FFF2-40B4-BE49-F238E27FC236}">
                <a16:creationId xmlns:a16="http://schemas.microsoft.com/office/drawing/2014/main" id="{6645B3DC-741B-45A9-A4A9-58205AF331B6}"/>
              </a:ext>
            </a:extLst>
          </p:cNvPr>
          <p:cNvSpPr>
            <a:spLocks noGrp="1"/>
          </p:cNvSpPr>
          <p:nvPr>
            <p:ph idx="4294967295"/>
          </p:nvPr>
        </p:nvSpPr>
        <p:spPr>
          <a:xfrm>
            <a:off x="726724" y="1253331"/>
            <a:ext cx="11066347" cy="4945763"/>
          </a:xfrm>
        </p:spPr>
        <p:txBody>
          <a:bodyPr>
            <a:normAutofit lnSpcReduction="10000"/>
          </a:bodyPr>
          <a:lstStyle/>
          <a:p>
            <a:r>
              <a:rPr lang="en-US" sz="2400" dirty="0">
                <a:solidFill>
                  <a:schemeClr val="tx1">
                    <a:lumMod val="50000"/>
                    <a:lumOff val="50000"/>
                  </a:schemeClr>
                </a:solidFill>
                <a:latin typeface="Trebuchet MS" panose="020B0603020202020204" pitchFamily="34" charset="0"/>
              </a:rPr>
              <a:t>In </a:t>
            </a:r>
            <a:r>
              <a:rPr lang="en-US" sz="2400" dirty="0" err="1">
                <a:solidFill>
                  <a:schemeClr val="tx1">
                    <a:lumMod val="50000"/>
                    <a:lumOff val="50000"/>
                  </a:schemeClr>
                </a:solidFill>
                <a:latin typeface="Trebuchet MS" panose="020B0603020202020204" pitchFamily="34" charset="0"/>
              </a:rPr>
              <a:t>.Net</a:t>
            </a:r>
            <a:r>
              <a:rPr lang="en-US" sz="2400" dirty="0">
                <a:solidFill>
                  <a:schemeClr val="tx1">
                    <a:lumMod val="50000"/>
                    <a:lumOff val="50000"/>
                  </a:schemeClr>
                </a:solidFill>
                <a:latin typeface="Trebuchet MS" panose="020B0603020202020204" pitchFamily="34" charset="0"/>
              </a:rPr>
              <a:t>, Connections are ‘</a:t>
            </a:r>
            <a:r>
              <a:rPr lang="en-US" sz="2400" b="1" dirty="0">
                <a:solidFill>
                  <a:schemeClr val="tx1">
                    <a:lumMod val="50000"/>
                    <a:lumOff val="50000"/>
                  </a:schemeClr>
                </a:solidFill>
                <a:latin typeface="Trebuchet MS" panose="020B0603020202020204" pitchFamily="34" charset="0"/>
              </a:rPr>
              <a:t>Pooled’</a:t>
            </a:r>
            <a:r>
              <a:rPr lang="en-US" sz="2400" dirty="0">
                <a:solidFill>
                  <a:schemeClr val="tx1">
                    <a:lumMod val="50000"/>
                    <a:lumOff val="50000"/>
                  </a:schemeClr>
                </a:solidFill>
                <a:latin typeface="Trebuchet MS" panose="020B0603020202020204" pitchFamily="34" charset="0"/>
              </a:rPr>
              <a:t>. We can have by default up to 100 simultaneous connections without closing but obviously we have to close every connection Opened only then it can be reused from Pool i.e. keeps the connection with the database open for the short period of time. The Connection Pooling can be customized by setting appropriate parameters in </a:t>
            </a:r>
            <a:r>
              <a:rPr lang="en-US" sz="2400" dirty="0" err="1">
                <a:solidFill>
                  <a:schemeClr val="tx1">
                    <a:lumMod val="50000"/>
                    <a:lumOff val="50000"/>
                  </a:schemeClr>
                </a:solidFill>
                <a:latin typeface="Trebuchet MS" panose="020B0603020202020204" pitchFamily="34" charset="0"/>
              </a:rPr>
              <a:t>ConnectionString</a:t>
            </a:r>
            <a:r>
              <a:rPr lang="en-US" sz="2400" dirty="0">
                <a:solidFill>
                  <a:schemeClr val="tx1">
                    <a:lumMod val="50000"/>
                    <a:lumOff val="50000"/>
                  </a:schemeClr>
                </a:solidFill>
                <a:latin typeface="Trebuchet MS" panose="020B0603020202020204" pitchFamily="34" charset="0"/>
              </a:rPr>
              <a:t> of Connection Object and this cannot be done for </a:t>
            </a:r>
            <a:r>
              <a:rPr lang="en-US" sz="2400" dirty="0" err="1">
                <a:solidFill>
                  <a:schemeClr val="tx1">
                    <a:lumMod val="50000"/>
                    <a:lumOff val="50000"/>
                  </a:schemeClr>
                </a:solidFill>
                <a:latin typeface="Trebuchet MS" panose="020B0603020202020204" pitchFamily="34" charset="0"/>
              </a:rPr>
              <a:t>Oledb</a:t>
            </a:r>
            <a:r>
              <a:rPr lang="en-US" sz="2400" dirty="0">
                <a:solidFill>
                  <a:schemeClr val="tx1">
                    <a:lumMod val="50000"/>
                    <a:lumOff val="50000"/>
                  </a:schemeClr>
                </a:solidFill>
                <a:latin typeface="Trebuchet MS" panose="020B0603020202020204" pitchFamily="34" charset="0"/>
              </a:rPr>
              <a:t> and ODBC managed providers. </a:t>
            </a:r>
          </a:p>
          <a:p>
            <a:r>
              <a:rPr lang="en-US" sz="2400" b="1" dirty="0">
                <a:solidFill>
                  <a:schemeClr val="tx1">
                    <a:lumMod val="50000"/>
                    <a:lumOff val="50000"/>
                  </a:schemeClr>
                </a:solidFill>
                <a:latin typeface="Trebuchet MS" panose="020B0603020202020204" pitchFamily="34" charset="0"/>
              </a:rPr>
              <a:t>For two or more connection objects to share a common connection in the pool their connection strings must match. </a:t>
            </a:r>
          </a:p>
          <a:p>
            <a:pPr marL="0" indent="0">
              <a:buNone/>
            </a:pPr>
            <a:r>
              <a:rPr lang="en-IN" sz="2400" dirty="0">
                <a:solidFill>
                  <a:schemeClr val="tx1">
                    <a:lumMod val="50000"/>
                    <a:lumOff val="50000"/>
                  </a:schemeClr>
                </a:solidFill>
                <a:latin typeface="Trebuchet MS" panose="020B0603020202020204" pitchFamily="34" charset="0"/>
              </a:rPr>
              <a:t>&lt;</a:t>
            </a:r>
            <a:r>
              <a:rPr lang="en-IN" sz="2400" dirty="0" err="1">
                <a:solidFill>
                  <a:schemeClr val="tx1">
                    <a:lumMod val="50000"/>
                    <a:lumOff val="50000"/>
                  </a:schemeClr>
                </a:solidFill>
                <a:latin typeface="Trebuchet MS" panose="020B0603020202020204" pitchFamily="34" charset="0"/>
              </a:rPr>
              <a:t>connectionStrings</a:t>
            </a:r>
            <a:r>
              <a:rPr lang="en-IN" sz="2400" dirty="0">
                <a:solidFill>
                  <a:schemeClr val="tx1">
                    <a:lumMod val="50000"/>
                    <a:lumOff val="50000"/>
                  </a:schemeClr>
                </a:solidFill>
                <a:latin typeface="Trebuchet MS" panose="020B0603020202020204" pitchFamily="34" charset="0"/>
              </a:rPr>
              <a:t>&gt; </a:t>
            </a:r>
          </a:p>
          <a:p>
            <a:pPr marL="0" indent="0">
              <a:buNone/>
            </a:pPr>
            <a:r>
              <a:rPr lang="en-IN" sz="2400" dirty="0">
                <a:solidFill>
                  <a:schemeClr val="tx1">
                    <a:lumMod val="50000"/>
                    <a:lumOff val="50000"/>
                  </a:schemeClr>
                </a:solidFill>
                <a:latin typeface="Trebuchet MS" panose="020B0603020202020204" pitchFamily="34" charset="0"/>
              </a:rPr>
              <a:t>&lt;add name="</a:t>
            </a:r>
            <a:r>
              <a:rPr lang="en-IN" sz="2400" dirty="0" err="1">
                <a:solidFill>
                  <a:schemeClr val="tx1">
                    <a:lumMod val="50000"/>
                    <a:lumOff val="50000"/>
                  </a:schemeClr>
                </a:solidFill>
                <a:latin typeface="Trebuchet MS" panose="020B0603020202020204" pitchFamily="34" charset="0"/>
              </a:rPr>
              <a:t>MSDemoCS</a:t>
            </a:r>
            <a:r>
              <a:rPr lang="en-IN" sz="2400" dirty="0">
                <a:solidFill>
                  <a:schemeClr val="tx1">
                    <a:lumMod val="50000"/>
                    <a:lumOff val="50000"/>
                  </a:schemeClr>
                </a:solidFill>
                <a:latin typeface="Trebuchet MS" panose="020B0603020202020204" pitchFamily="34" charset="0"/>
              </a:rPr>
              <a:t>" </a:t>
            </a:r>
            <a:r>
              <a:rPr lang="en-IN" sz="2400" dirty="0" err="1">
                <a:solidFill>
                  <a:schemeClr val="tx1">
                    <a:lumMod val="50000"/>
                    <a:lumOff val="50000"/>
                  </a:schemeClr>
                </a:solidFill>
                <a:latin typeface="Trebuchet MS" panose="020B0603020202020204" pitchFamily="34" charset="0"/>
              </a:rPr>
              <a:t>connectionString</a:t>
            </a:r>
            <a:r>
              <a:rPr lang="en-IN" sz="2400" dirty="0">
                <a:solidFill>
                  <a:schemeClr val="tx1">
                    <a:lumMod val="50000"/>
                    <a:lumOff val="50000"/>
                  </a:schemeClr>
                </a:solidFill>
                <a:latin typeface="Trebuchet MS" panose="020B0603020202020204" pitchFamily="34" charset="0"/>
              </a:rPr>
              <a:t>="server=.\</a:t>
            </a:r>
            <a:r>
              <a:rPr lang="en-IN" sz="2400" dirty="0" err="1">
                <a:solidFill>
                  <a:schemeClr val="tx1">
                    <a:lumMod val="50000"/>
                    <a:lumOff val="50000"/>
                  </a:schemeClr>
                </a:solidFill>
                <a:latin typeface="Trebuchet MS" panose="020B0603020202020204" pitchFamily="34" charset="0"/>
              </a:rPr>
              <a:t>sqlexpress;database</a:t>
            </a:r>
            <a:r>
              <a:rPr lang="en-IN" sz="2400" dirty="0">
                <a:solidFill>
                  <a:schemeClr val="tx1">
                    <a:lumMod val="50000"/>
                    <a:lumOff val="50000"/>
                  </a:schemeClr>
                </a:solidFill>
                <a:latin typeface="Trebuchet MS" panose="020B0603020202020204" pitchFamily="34" charset="0"/>
              </a:rPr>
              <a:t>=</a:t>
            </a:r>
            <a:r>
              <a:rPr lang="en-IN" sz="2400" dirty="0" err="1">
                <a:solidFill>
                  <a:schemeClr val="tx1">
                    <a:lumMod val="50000"/>
                    <a:lumOff val="50000"/>
                  </a:schemeClr>
                </a:solidFill>
                <a:latin typeface="Trebuchet MS" panose="020B0603020202020204" pitchFamily="34" charset="0"/>
              </a:rPr>
              <a:t>msnetdemodb</a:t>
            </a:r>
            <a:r>
              <a:rPr lang="en-IN" sz="2400" dirty="0">
                <a:solidFill>
                  <a:schemeClr val="tx1">
                    <a:lumMod val="50000"/>
                    <a:lumOff val="50000"/>
                  </a:schemeClr>
                </a:solidFill>
                <a:latin typeface="Trebuchet MS" panose="020B0603020202020204" pitchFamily="34" charset="0"/>
              </a:rPr>
              <a:t>;</a:t>
            </a:r>
          </a:p>
          <a:p>
            <a:pPr marL="0" indent="0">
              <a:buNone/>
            </a:pPr>
            <a:r>
              <a:rPr lang="en-IN" sz="2400" dirty="0">
                <a:solidFill>
                  <a:schemeClr val="tx1">
                    <a:lumMod val="50000"/>
                    <a:lumOff val="50000"/>
                  </a:schemeClr>
                </a:solidFill>
                <a:latin typeface="Trebuchet MS" panose="020B0603020202020204" pitchFamily="34" charset="0"/>
              </a:rPr>
              <a:t>Integrated Security=true; </a:t>
            </a:r>
            <a:r>
              <a:rPr lang="en-IN" sz="2400" b="1" dirty="0">
                <a:solidFill>
                  <a:schemeClr val="tx1">
                    <a:lumMod val="50000"/>
                    <a:lumOff val="50000"/>
                  </a:schemeClr>
                </a:solidFill>
                <a:latin typeface="Trebuchet MS" panose="020B0603020202020204" pitchFamily="34" charset="0"/>
              </a:rPr>
              <a:t>max pool size=200;Pooling=false</a:t>
            </a:r>
            <a:r>
              <a:rPr lang="en-IN" sz="2400" dirty="0">
                <a:solidFill>
                  <a:schemeClr val="tx1">
                    <a:lumMod val="50000"/>
                    <a:lumOff val="50000"/>
                  </a:schemeClr>
                </a:solidFill>
                <a:latin typeface="Trebuchet MS" panose="020B0603020202020204" pitchFamily="34" charset="0"/>
              </a:rPr>
              <a:t>"/&gt; </a:t>
            </a:r>
          </a:p>
          <a:p>
            <a:pPr marL="0" indent="0">
              <a:buNone/>
            </a:pPr>
            <a:r>
              <a:rPr lang="en-IN" sz="2400" dirty="0">
                <a:solidFill>
                  <a:schemeClr val="tx1">
                    <a:lumMod val="50000"/>
                    <a:lumOff val="50000"/>
                  </a:schemeClr>
                </a:solidFill>
                <a:latin typeface="Trebuchet MS" panose="020B0603020202020204" pitchFamily="34" charset="0"/>
              </a:rPr>
              <a:t>&lt;/</a:t>
            </a:r>
            <a:r>
              <a:rPr lang="en-IN" sz="2400" dirty="0" err="1">
                <a:solidFill>
                  <a:schemeClr val="tx1">
                    <a:lumMod val="50000"/>
                    <a:lumOff val="50000"/>
                  </a:schemeClr>
                </a:solidFill>
                <a:latin typeface="Trebuchet MS" panose="020B0603020202020204" pitchFamily="34" charset="0"/>
              </a:rPr>
              <a:t>connectionStrings</a:t>
            </a:r>
            <a:r>
              <a:rPr lang="en-IN" sz="2400" dirty="0">
                <a:solidFill>
                  <a:schemeClr val="tx1">
                    <a:lumMod val="50000"/>
                    <a:lumOff val="50000"/>
                  </a:schemeClr>
                </a:solidFill>
                <a:latin typeface="Trebuchet MS" panose="020B0603020202020204" pitchFamily="34" charset="0"/>
              </a:rPr>
              <a:t>&gt; </a:t>
            </a:r>
          </a:p>
        </p:txBody>
      </p:sp>
    </p:spTree>
    <p:extLst>
      <p:ext uri="{BB962C8B-B14F-4D97-AF65-F5344CB8AC3E}">
        <p14:creationId xmlns:p14="http://schemas.microsoft.com/office/powerpoint/2010/main" val="89868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282A-F6F0-48CD-B328-156DD9F960CC}"/>
              </a:ext>
            </a:extLst>
          </p:cNvPr>
          <p:cNvSpPr>
            <a:spLocks noGrp="1"/>
          </p:cNvSpPr>
          <p:nvPr>
            <p:ph type="title"/>
          </p:nvPr>
        </p:nvSpPr>
        <p:spPr>
          <a:xfrm>
            <a:off x="353565" y="251655"/>
            <a:ext cx="9438716" cy="797605"/>
          </a:xfrm>
        </p:spPr>
        <p:txBody>
          <a:bodyPr/>
          <a:lstStyle/>
          <a:p>
            <a:r>
              <a:rPr lang="en-IN" b="1" dirty="0"/>
              <a:t>Performing Insert, Update and Delete Operations </a:t>
            </a:r>
            <a:endParaRPr lang="en-IN" dirty="0"/>
          </a:p>
        </p:txBody>
      </p:sp>
      <p:sp>
        <p:nvSpPr>
          <p:cNvPr id="3" name="Content Placeholder 2">
            <a:extLst>
              <a:ext uri="{FF2B5EF4-FFF2-40B4-BE49-F238E27FC236}">
                <a16:creationId xmlns:a16="http://schemas.microsoft.com/office/drawing/2014/main" id="{7E7902DA-F99B-41EA-B1CA-2C2E289DAA7F}"/>
              </a:ext>
            </a:extLst>
          </p:cNvPr>
          <p:cNvSpPr>
            <a:spLocks noGrp="1"/>
          </p:cNvSpPr>
          <p:nvPr>
            <p:ph idx="4294967295"/>
          </p:nvPr>
        </p:nvSpPr>
        <p:spPr>
          <a:xfrm>
            <a:off x="726724" y="1253331"/>
            <a:ext cx="11039452" cy="5053380"/>
          </a:xfrm>
        </p:spPr>
        <p:txBody>
          <a:bodyPr/>
          <a:lstStyle/>
          <a:p>
            <a:r>
              <a:rPr lang="en-US" sz="2400" b="1" dirty="0">
                <a:solidFill>
                  <a:schemeClr val="tx1">
                    <a:lumMod val="50000"/>
                    <a:lumOff val="50000"/>
                  </a:schemeClr>
                </a:solidFill>
                <a:latin typeface="Trebuchet MS" panose="020B0603020202020204" pitchFamily="34" charset="0"/>
              </a:rPr>
              <a:t>Steps to execute any SQL Statement </a:t>
            </a:r>
          </a:p>
          <a:p>
            <a:pPr marL="0" indent="0">
              <a:buNone/>
            </a:pPr>
            <a:r>
              <a:rPr lang="en-IN" sz="2400" dirty="0">
                <a:solidFill>
                  <a:schemeClr val="tx1">
                    <a:lumMod val="50000"/>
                    <a:lumOff val="50000"/>
                  </a:schemeClr>
                </a:solidFill>
                <a:latin typeface="Trebuchet MS" panose="020B0603020202020204" pitchFamily="34" charset="0"/>
              </a:rPr>
              <a:t>1.Create a Connection </a:t>
            </a:r>
          </a:p>
          <a:p>
            <a:pPr marL="0" indent="0">
              <a:buNone/>
            </a:pPr>
            <a:r>
              <a:rPr lang="en-IN" sz="2400" dirty="0">
                <a:solidFill>
                  <a:schemeClr val="tx1">
                    <a:lumMod val="50000"/>
                    <a:lumOff val="50000"/>
                  </a:schemeClr>
                </a:solidFill>
                <a:latin typeface="Trebuchet MS" panose="020B0603020202020204" pitchFamily="34" charset="0"/>
              </a:rPr>
              <a:t>2. Create a Command </a:t>
            </a:r>
          </a:p>
          <a:p>
            <a:pPr marL="0" indent="0">
              <a:buNone/>
            </a:pPr>
            <a:r>
              <a:rPr lang="en-US" sz="2400" dirty="0">
                <a:solidFill>
                  <a:schemeClr val="tx1">
                    <a:lumMod val="50000"/>
                    <a:lumOff val="50000"/>
                  </a:schemeClr>
                </a:solidFill>
                <a:latin typeface="Trebuchet MS" panose="020B0603020202020204" pitchFamily="34" charset="0"/>
              </a:rPr>
              <a:t>3. Bind the Command to Connection </a:t>
            </a:r>
          </a:p>
          <a:p>
            <a:pPr marL="0" indent="0">
              <a:buNone/>
            </a:pPr>
            <a:r>
              <a:rPr lang="en-US" sz="2400" dirty="0">
                <a:solidFill>
                  <a:schemeClr val="tx1">
                    <a:lumMod val="50000"/>
                    <a:lumOff val="50000"/>
                  </a:schemeClr>
                </a:solidFill>
                <a:latin typeface="Trebuchet MS" panose="020B0603020202020204" pitchFamily="34" charset="0"/>
              </a:rPr>
              <a:t>4. Initialize Command with SQL Statement to execute </a:t>
            </a:r>
          </a:p>
          <a:p>
            <a:pPr marL="0" indent="0">
              <a:buNone/>
            </a:pPr>
            <a:r>
              <a:rPr lang="en-IN" sz="2400" dirty="0">
                <a:solidFill>
                  <a:schemeClr val="tx1">
                    <a:lumMod val="50000"/>
                    <a:lumOff val="50000"/>
                  </a:schemeClr>
                </a:solidFill>
                <a:latin typeface="Trebuchet MS" panose="020B0603020202020204" pitchFamily="34" charset="0"/>
              </a:rPr>
              <a:t>5. Open the Connection </a:t>
            </a:r>
          </a:p>
          <a:p>
            <a:pPr marL="0" indent="0">
              <a:buNone/>
            </a:pPr>
            <a:r>
              <a:rPr lang="en-IN" sz="2400" dirty="0">
                <a:solidFill>
                  <a:schemeClr val="tx1">
                    <a:lumMod val="50000"/>
                    <a:lumOff val="50000"/>
                  </a:schemeClr>
                </a:solidFill>
                <a:latin typeface="Trebuchet MS" panose="020B0603020202020204" pitchFamily="34" charset="0"/>
              </a:rPr>
              <a:t>6. Execute the Command </a:t>
            </a:r>
          </a:p>
          <a:p>
            <a:pPr marL="0" indent="0">
              <a:buNone/>
            </a:pPr>
            <a:r>
              <a:rPr lang="en-IN" sz="2400" dirty="0">
                <a:solidFill>
                  <a:schemeClr val="tx1">
                    <a:lumMod val="50000"/>
                    <a:lumOff val="50000"/>
                  </a:schemeClr>
                </a:solidFill>
                <a:latin typeface="Trebuchet MS" panose="020B0603020202020204" pitchFamily="34" charset="0"/>
              </a:rPr>
              <a:t>7. Close the Connection </a:t>
            </a:r>
          </a:p>
          <a:p>
            <a:endParaRPr lang="en-IN" dirty="0"/>
          </a:p>
        </p:txBody>
      </p:sp>
    </p:spTree>
    <p:extLst>
      <p:ext uri="{BB962C8B-B14F-4D97-AF65-F5344CB8AC3E}">
        <p14:creationId xmlns:p14="http://schemas.microsoft.com/office/powerpoint/2010/main" val="3925530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425AA-4EE4-4124-8C53-93E0F9CADC75}"/>
              </a:ext>
            </a:extLst>
          </p:cNvPr>
          <p:cNvSpPr>
            <a:spLocks noGrp="1"/>
          </p:cNvSpPr>
          <p:nvPr>
            <p:ph type="title"/>
          </p:nvPr>
        </p:nvSpPr>
        <p:spPr>
          <a:xfrm>
            <a:off x="353565" y="251655"/>
            <a:ext cx="9438716" cy="797605"/>
          </a:xfrm>
        </p:spPr>
        <p:txBody>
          <a:bodyPr/>
          <a:lstStyle/>
          <a:p>
            <a:r>
              <a:rPr lang="en-US" b="1" dirty="0" err="1"/>
              <a:t>SQLCommand</a:t>
            </a:r>
            <a:r>
              <a:rPr lang="en-US" b="1" dirty="0"/>
              <a:t> Methods for execution of Commands: </a:t>
            </a:r>
            <a:endParaRPr lang="en-IN" dirty="0"/>
          </a:p>
        </p:txBody>
      </p:sp>
      <p:sp>
        <p:nvSpPr>
          <p:cNvPr id="3" name="Content Placeholder 2">
            <a:extLst>
              <a:ext uri="{FF2B5EF4-FFF2-40B4-BE49-F238E27FC236}">
                <a16:creationId xmlns:a16="http://schemas.microsoft.com/office/drawing/2014/main" id="{E38E5F21-999A-4333-B96B-9DB6491D1F0C}"/>
              </a:ext>
            </a:extLst>
          </p:cNvPr>
          <p:cNvSpPr>
            <a:spLocks noGrp="1"/>
          </p:cNvSpPr>
          <p:nvPr>
            <p:ph idx="4294967295"/>
          </p:nvPr>
        </p:nvSpPr>
        <p:spPr>
          <a:xfrm>
            <a:off x="726724" y="1253331"/>
            <a:ext cx="11039452" cy="5053380"/>
          </a:xfrm>
        </p:spPr>
        <p:txBody>
          <a:bodyPr/>
          <a:lstStyle/>
          <a:p>
            <a:r>
              <a:rPr lang="en-US" sz="2400" b="1" dirty="0">
                <a:solidFill>
                  <a:schemeClr val="tx1">
                    <a:lumMod val="50000"/>
                    <a:lumOff val="50000"/>
                  </a:schemeClr>
                </a:solidFill>
                <a:latin typeface="Trebuchet MS" panose="020B0603020202020204" pitchFamily="34" charset="0"/>
              </a:rPr>
              <a:t>int </a:t>
            </a:r>
            <a:r>
              <a:rPr lang="en-US" sz="2400" b="1" dirty="0" err="1">
                <a:solidFill>
                  <a:schemeClr val="tx1">
                    <a:lumMod val="50000"/>
                    <a:lumOff val="50000"/>
                  </a:schemeClr>
                </a:solidFill>
                <a:latin typeface="Trebuchet MS" panose="020B0603020202020204" pitchFamily="34" charset="0"/>
              </a:rPr>
              <a:t>ExecuteNonQuery</a:t>
            </a:r>
            <a:r>
              <a:rPr lang="en-US" sz="2400" b="1" dirty="0">
                <a:solidFill>
                  <a:schemeClr val="tx1">
                    <a:lumMod val="50000"/>
                    <a:lumOff val="50000"/>
                  </a:schemeClr>
                </a:solidFill>
                <a:latin typeface="Trebuchet MS" panose="020B0603020202020204" pitchFamily="34" charset="0"/>
              </a:rPr>
              <a:t>(): </a:t>
            </a:r>
            <a:r>
              <a:rPr lang="en-US" sz="2400" dirty="0">
                <a:solidFill>
                  <a:schemeClr val="tx1">
                    <a:lumMod val="50000"/>
                    <a:lumOff val="50000"/>
                  </a:schemeClr>
                </a:solidFill>
                <a:latin typeface="Trebuchet MS" panose="020B0603020202020204" pitchFamily="34" charset="0"/>
              </a:rPr>
              <a:t>Used for execution of those statements which do not return any data from backend to frontend. – return </a:t>
            </a:r>
            <a:endParaRPr lang="en-IN" sz="2400" dirty="0">
              <a:solidFill>
                <a:schemeClr val="tx1">
                  <a:lumMod val="50000"/>
                  <a:lumOff val="50000"/>
                </a:schemeClr>
              </a:solidFill>
              <a:latin typeface="Trebuchet MS" panose="020B0603020202020204" pitchFamily="34" charset="0"/>
            </a:endParaRPr>
          </a:p>
          <a:p>
            <a:r>
              <a:rPr lang="en-US" sz="2400" b="1" dirty="0">
                <a:solidFill>
                  <a:schemeClr val="tx1">
                    <a:lumMod val="50000"/>
                    <a:lumOff val="50000"/>
                  </a:schemeClr>
                </a:solidFill>
                <a:latin typeface="Trebuchet MS" panose="020B0603020202020204" pitchFamily="34" charset="0"/>
              </a:rPr>
              <a:t>Object </a:t>
            </a:r>
            <a:r>
              <a:rPr lang="en-US" sz="2400" b="1" dirty="0" err="1">
                <a:solidFill>
                  <a:schemeClr val="tx1">
                    <a:lumMod val="50000"/>
                    <a:lumOff val="50000"/>
                  </a:schemeClr>
                </a:solidFill>
                <a:latin typeface="Trebuchet MS" panose="020B0603020202020204" pitchFamily="34" charset="0"/>
              </a:rPr>
              <a:t>ExecuteScalar</a:t>
            </a:r>
            <a:r>
              <a:rPr lang="en-US" sz="2400" b="1" dirty="0">
                <a:solidFill>
                  <a:schemeClr val="tx1">
                    <a:lumMod val="50000"/>
                    <a:lumOff val="50000"/>
                  </a:schemeClr>
                </a:solidFill>
                <a:latin typeface="Trebuchet MS" panose="020B0603020202020204" pitchFamily="34" charset="0"/>
              </a:rPr>
              <a:t>() </a:t>
            </a:r>
            <a:r>
              <a:rPr lang="en-US" sz="2400" dirty="0">
                <a:solidFill>
                  <a:schemeClr val="tx1">
                    <a:lumMod val="50000"/>
                    <a:lumOff val="50000"/>
                  </a:schemeClr>
                </a:solidFill>
                <a:latin typeface="Trebuchet MS" panose="020B0603020202020204" pitchFamily="34" charset="0"/>
              </a:rPr>
              <a:t>- Used for execution of statements which return only one value.- return Object </a:t>
            </a:r>
            <a:endParaRPr lang="en-IN" sz="2400" dirty="0">
              <a:solidFill>
                <a:schemeClr val="tx1">
                  <a:lumMod val="50000"/>
                  <a:lumOff val="50000"/>
                </a:schemeClr>
              </a:solidFill>
              <a:latin typeface="Trebuchet MS" panose="020B0603020202020204" pitchFamily="34" charset="0"/>
            </a:endParaRPr>
          </a:p>
          <a:p>
            <a:r>
              <a:rPr lang="en-US" sz="2400" b="1" dirty="0" err="1">
                <a:solidFill>
                  <a:schemeClr val="tx1">
                    <a:lumMod val="50000"/>
                    <a:lumOff val="50000"/>
                  </a:schemeClr>
                </a:solidFill>
                <a:latin typeface="Trebuchet MS" panose="020B0603020202020204" pitchFamily="34" charset="0"/>
              </a:rPr>
              <a:t>SqlDataReader</a:t>
            </a:r>
            <a:r>
              <a:rPr lang="en-US" sz="2400" b="1" dirty="0">
                <a:solidFill>
                  <a:schemeClr val="tx1">
                    <a:lumMod val="50000"/>
                    <a:lumOff val="50000"/>
                  </a:schemeClr>
                </a:solidFill>
                <a:latin typeface="Trebuchet MS" panose="020B0603020202020204" pitchFamily="34" charset="0"/>
              </a:rPr>
              <a:t> </a:t>
            </a:r>
            <a:r>
              <a:rPr lang="en-US" sz="2400" b="1" dirty="0" err="1">
                <a:solidFill>
                  <a:schemeClr val="tx1">
                    <a:lumMod val="50000"/>
                    <a:lumOff val="50000"/>
                  </a:schemeClr>
                </a:solidFill>
                <a:latin typeface="Trebuchet MS" panose="020B0603020202020204" pitchFamily="34" charset="0"/>
              </a:rPr>
              <a:t>ExecuteReader</a:t>
            </a:r>
            <a:r>
              <a:rPr lang="en-US" sz="2400" b="1" dirty="0">
                <a:solidFill>
                  <a:schemeClr val="tx1">
                    <a:lumMod val="50000"/>
                    <a:lumOff val="50000"/>
                  </a:schemeClr>
                </a:solidFill>
                <a:latin typeface="Trebuchet MS" panose="020B0603020202020204" pitchFamily="34" charset="0"/>
              </a:rPr>
              <a:t>() </a:t>
            </a:r>
            <a:r>
              <a:rPr lang="en-US" sz="2400" dirty="0">
                <a:solidFill>
                  <a:schemeClr val="tx1">
                    <a:lumMod val="50000"/>
                    <a:lumOff val="50000"/>
                  </a:schemeClr>
                </a:solidFill>
                <a:latin typeface="Trebuchet MS" panose="020B0603020202020204" pitchFamily="34" charset="0"/>
              </a:rPr>
              <a:t>- Used for execution of statements which return multiple rows and columns i.e. a set of records. </a:t>
            </a:r>
          </a:p>
          <a:p>
            <a:endParaRPr lang="en-US" sz="2400" dirty="0">
              <a:solidFill>
                <a:schemeClr val="tx1">
                  <a:lumMod val="50000"/>
                  <a:lumOff val="50000"/>
                </a:schemeClr>
              </a:solidFill>
              <a:latin typeface="Trebuchet MS" panose="020B0603020202020204" pitchFamily="34" charset="0"/>
            </a:endParaRPr>
          </a:p>
          <a:p>
            <a:endParaRPr lang="en-US" dirty="0"/>
          </a:p>
          <a:p>
            <a:endParaRPr lang="en-IN" dirty="0"/>
          </a:p>
        </p:txBody>
      </p:sp>
    </p:spTree>
    <p:extLst>
      <p:ext uri="{BB962C8B-B14F-4D97-AF65-F5344CB8AC3E}">
        <p14:creationId xmlns:p14="http://schemas.microsoft.com/office/powerpoint/2010/main" val="173873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1D0F7-9A47-4EA4-BB91-21828B116264}"/>
              </a:ext>
            </a:extLst>
          </p:cNvPr>
          <p:cNvSpPr>
            <a:spLocks noGrp="1"/>
          </p:cNvSpPr>
          <p:nvPr>
            <p:ph type="title"/>
          </p:nvPr>
        </p:nvSpPr>
        <p:spPr>
          <a:xfrm>
            <a:off x="353565" y="251655"/>
            <a:ext cx="9438716" cy="797605"/>
          </a:xfrm>
        </p:spPr>
        <p:txBody>
          <a:bodyPr/>
          <a:lstStyle/>
          <a:p>
            <a:r>
              <a:rPr lang="en-US" b="1" dirty="0"/>
              <a:t>Fetching Data from Database – Select Statement </a:t>
            </a:r>
            <a:endParaRPr lang="en-IN" dirty="0"/>
          </a:p>
        </p:txBody>
      </p:sp>
      <p:sp>
        <p:nvSpPr>
          <p:cNvPr id="3" name="Content Placeholder 2">
            <a:extLst>
              <a:ext uri="{FF2B5EF4-FFF2-40B4-BE49-F238E27FC236}">
                <a16:creationId xmlns:a16="http://schemas.microsoft.com/office/drawing/2014/main" id="{B64F2F93-F940-4A6F-ADB2-C8C269E02B78}"/>
              </a:ext>
            </a:extLst>
          </p:cNvPr>
          <p:cNvSpPr>
            <a:spLocks noGrp="1"/>
          </p:cNvSpPr>
          <p:nvPr>
            <p:ph idx="4294967295"/>
          </p:nvPr>
        </p:nvSpPr>
        <p:spPr>
          <a:xfrm>
            <a:off x="726724" y="1253331"/>
            <a:ext cx="11039452" cy="5053380"/>
          </a:xfrm>
        </p:spPr>
        <p:txBody>
          <a:bodyPr/>
          <a:lstStyle/>
          <a:p>
            <a:r>
              <a:rPr lang="en-IN" sz="2400" b="1" dirty="0" err="1">
                <a:solidFill>
                  <a:schemeClr val="tx1">
                    <a:lumMod val="50000"/>
                    <a:lumOff val="50000"/>
                  </a:schemeClr>
                </a:solidFill>
                <a:latin typeface="Trebuchet MS" panose="020B0603020202020204" pitchFamily="34" charset="0"/>
              </a:rPr>
              <a:t>SqlDataReader</a:t>
            </a:r>
            <a:r>
              <a:rPr lang="en-IN" sz="2400" b="1" dirty="0">
                <a:solidFill>
                  <a:schemeClr val="tx1">
                    <a:lumMod val="50000"/>
                    <a:lumOff val="50000"/>
                  </a:schemeClr>
                </a:solidFill>
                <a:latin typeface="Trebuchet MS" panose="020B0603020202020204" pitchFamily="34" charset="0"/>
              </a:rPr>
              <a:t> :</a:t>
            </a:r>
          </a:p>
          <a:p>
            <a:pPr lvl="1"/>
            <a:r>
              <a:rPr lang="en-US" dirty="0">
                <a:solidFill>
                  <a:schemeClr val="tx1">
                    <a:lumMod val="50000"/>
                    <a:lumOff val="50000"/>
                  </a:schemeClr>
                </a:solidFill>
                <a:latin typeface="Trebuchet MS" panose="020B0603020202020204" pitchFamily="34" charset="0"/>
              </a:rPr>
              <a:t>When “Select” or similar type of </a:t>
            </a:r>
            <a:r>
              <a:rPr lang="en-US" dirty="0" err="1">
                <a:solidFill>
                  <a:schemeClr val="tx1">
                    <a:lumMod val="50000"/>
                    <a:lumOff val="50000"/>
                  </a:schemeClr>
                </a:solidFill>
                <a:latin typeface="Trebuchet MS" panose="020B0603020202020204" pitchFamily="34" charset="0"/>
              </a:rPr>
              <a:t>sql</a:t>
            </a:r>
            <a:r>
              <a:rPr lang="en-US" dirty="0">
                <a:solidFill>
                  <a:schemeClr val="tx1">
                    <a:lumMod val="50000"/>
                    <a:lumOff val="50000"/>
                  </a:schemeClr>
                </a:solidFill>
                <a:latin typeface="Trebuchet MS" panose="020B0603020202020204" pitchFamily="34" charset="0"/>
              </a:rPr>
              <a:t> statement is executed a new cursor (memory area in backend) is created on the back end. This Cursor contains primary key or indexed key of the table on which the statement is executed for the records which have qualified the condition in the where clause of the select statement. It also has a pointer, which is by default positioned at BOF. </a:t>
            </a:r>
          </a:p>
          <a:p>
            <a:pPr lvl="1"/>
            <a:r>
              <a:rPr lang="en-US" dirty="0">
                <a:solidFill>
                  <a:schemeClr val="tx1">
                    <a:lumMod val="50000"/>
                    <a:lumOff val="50000"/>
                  </a:schemeClr>
                </a:solidFill>
                <a:latin typeface="Trebuchet MS" panose="020B0603020202020204" pitchFamily="34" charset="0"/>
              </a:rPr>
              <a:t>The cursor and pointers functionality is encapsulated by the “</a:t>
            </a:r>
            <a:r>
              <a:rPr lang="en-US" b="1" dirty="0" err="1">
                <a:solidFill>
                  <a:schemeClr val="tx1">
                    <a:lumMod val="50000"/>
                    <a:lumOff val="50000"/>
                  </a:schemeClr>
                </a:solidFill>
                <a:latin typeface="Trebuchet MS" panose="020B0603020202020204" pitchFamily="34" charset="0"/>
              </a:rPr>
              <a:t>DataReader</a:t>
            </a:r>
            <a:r>
              <a:rPr lang="en-US" dirty="0">
                <a:solidFill>
                  <a:schemeClr val="tx1">
                    <a:lumMod val="50000"/>
                    <a:lumOff val="50000"/>
                  </a:schemeClr>
                </a:solidFill>
                <a:latin typeface="Trebuchet MS" panose="020B0603020202020204" pitchFamily="34" charset="0"/>
              </a:rPr>
              <a:t>” object created in the front end. Using this object, we can move the pointer in the forward direction getting one record from backend into the front-end at the time. </a:t>
            </a:r>
          </a:p>
          <a:p>
            <a:pPr lvl="1"/>
            <a:r>
              <a:rPr lang="en-US" dirty="0">
                <a:solidFill>
                  <a:schemeClr val="tx1">
                    <a:lumMod val="50000"/>
                    <a:lumOff val="50000"/>
                  </a:schemeClr>
                </a:solidFill>
                <a:latin typeface="Trebuchet MS" panose="020B0603020202020204" pitchFamily="34" charset="0"/>
              </a:rPr>
              <a:t>The cursor managed by Data Reader is </a:t>
            </a:r>
            <a:r>
              <a:rPr lang="en-US" b="1" dirty="0">
                <a:solidFill>
                  <a:schemeClr val="tx1">
                    <a:lumMod val="50000"/>
                    <a:lumOff val="50000"/>
                  </a:schemeClr>
                </a:solidFill>
                <a:latin typeface="Trebuchet MS" panose="020B0603020202020204" pitchFamily="34" charset="0"/>
              </a:rPr>
              <a:t>read-only </a:t>
            </a:r>
            <a:r>
              <a:rPr lang="en-US" dirty="0">
                <a:solidFill>
                  <a:schemeClr val="tx1">
                    <a:lumMod val="50000"/>
                    <a:lumOff val="50000"/>
                  </a:schemeClr>
                </a:solidFill>
                <a:latin typeface="Trebuchet MS" panose="020B0603020202020204" pitchFamily="34" charset="0"/>
              </a:rPr>
              <a:t>and </a:t>
            </a:r>
            <a:r>
              <a:rPr lang="en-US" b="1" dirty="0">
                <a:solidFill>
                  <a:schemeClr val="tx1">
                    <a:lumMod val="50000"/>
                    <a:lumOff val="50000"/>
                  </a:schemeClr>
                </a:solidFill>
                <a:latin typeface="Trebuchet MS" panose="020B0603020202020204" pitchFamily="34" charset="0"/>
              </a:rPr>
              <a:t>forward-only </a:t>
            </a:r>
            <a:endParaRPr lang="en-US" dirty="0">
              <a:solidFill>
                <a:schemeClr val="tx1">
                  <a:lumMod val="50000"/>
                  <a:lumOff val="50000"/>
                </a:schemeClr>
              </a:solidFill>
              <a:latin typeface="Trebuchet MS" panose="020B0603020202020204" pitchFamily="34" charset="0"/>
            </a:endParaRPr>
          </a:p>
          <a:p>
            <a:pPr lvl="1"/>
            <a:endParaRPr lang="en-US" dirty="0">
              <a:solidFill>
                <a:schemeClr val="tx1">
                  <a:lumMod val="50000"/>
                  <a:lumOff val="50000"/>
                </a:schemeClr>
              </a:solidFill>
              <a:latin typeface="Trebuchet MS" panose="020B0603020202020204" pitchFamily="34" charset="0"/>
            </a:endParaRPr>
          </a:p>
          <a:p>
            <a:pPr lvl="1"/>
            <a:endParaRPr lang="en-US" dirty="0"/>
          </a:p>
          <a:p>
            <a:endParaRPr lang="en-IN" dirty="0"/>
          </a:p>
        </p:txBody>
      </p:sp>
    </p:spTree>
    <p:extLst>
      <p:ext uri="{BB962C8B-B14F-4D97-AF65-F5344CB8AC3E}">
        <p14:creationId xmlns:p14="http://schemas.microsoft.com/office/powerpoint/2010/main" val="2485760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083EE-C01D-495F-90FF-B0DB15449E7E}"/>
              </a:ext>
            </a:extLst>
          </p:cNvPr>
          <p:cNvSpPr>
            <a:spLocks noGrp="1"/>
          </p:cNvSpPr>
          <p:nvPr>
            <p:ph type="title"/>
          </p:nvPr>
        </p:nvSpPr>
        <p:spPr>
          <a:xfrm>
            <a:off x="353565" y="251655"/>
            <a:ext cx="9438716" cy="797605"/>
          </a:xfrm>
        </p:spPr>
        <p:txBody>
          <a:bodyPr/>
          <a:lstStyle/>
          <a:p>
            <a:r>
              <a:rPr lang="en-IN" b="1" dirty="0"/>
              <a:t>MARS </a:t>
            </a:r>
            <a:endParaRPr lang="en-IN" dirty="0"/>
          </a:p>
        </p:txBody>
      </p:sp>
      <p:sp>
        <p:nvSpPr>
          <p:cNvPr id="3" name="Content Placeholder 2">
            <a:extLst>
              <a:ext uri="{FF2B5EF4-FFF2-40B4-BE49-F238E27FC236}">
                <a16:creationId xmlns:a16="http://schemas.microsoft.com/office/drawing/2014/main" id="{F2F6DBF2-49D4-4AF4-855C-6A7588CDED30}"/>
              </a:ext>
            </a:extLst>
          </p:cNvPr>
          <p:cNvSpPr>
            <a:spLocks noGrp="1"/>
          </p:cNvSpPr>
          <p:nvPr>
            <p:ph idx="4294967295"/>
          </p:nvPr>
        </p:nvSpPr>
        <p:spPr>
          <a:xfrm>
            <a:off x="726724" y="1253331"/>
            <a:ext cx="11039452" cy="5053380"/>
          </a:xfrm>
        </p:spPr>
        <p:txBody>
          <a:bodyPr>
            <a:normAutofit/>
          </a:bodyPr>
          <a:lstStyle/>
          <a:p>
            <a:r>
              <a:rPr lang="en-US" sz="2400" dirty="0">
                <a:solidFill>
                  <a:schemeClr val="tx1">
                    <a:lumMod val="50000"/>
                    <a:lumOff val="50000"/>
                  </a:schemeClr>
                </a:solidFill>
                <a:latin typeface="Trebuchet MS" panose="020B0603020202020204" pitchFamily="34" charset="0"/>
              </a:rPr>
              <a:t>By Default we can have only one data reader opened at a time on one connection object. </a:t>
            </a:r>
          </a:p>
          <a:p>
            <a:r>
              <a:rPr lang="en-US" sz="2400" dirty="0">
                <a:solidFill>
                  <a:schemeClr val="tx1">
                    <a:lumMod val="50000"/>
                    <a:lumOff val="50000"/>
                  </a:schemeClr>
                </a:solidFill>
                <a:latin typeface="Trebuchet MS" panose="020B0603020202020204" pitchFamily="34" charset="0"/>
              </a:rPr>
              <a:t>If </a:t>
            </a:r>
            <a:r>
              <a:rPr lang="en-US" sz="2400" b="1" dirty="0" err="1">
                <a:solidFill>
                  <a:schemeClr val="tx1">
                    <a:lumMod val="50000"/>
                    <a:lumOff val="50000"/>
                  </a:schemeClr>
                </a:solidFill>
                <a:latin typeface="Trebuchet MS" panose="020B0603020202020204" pitchFamily="34" charset="0"/>
              </a:rPr>
              <a:t>MultipleActiveResultSets</a:t>
            </a:r>
            <a:r>
              <a:rPr lang="en-US" sz="2400" b="1" dirty="0">
                <a:solidFill>
                  <a:schemeClr val="tx1">
                    <a:lumMod val="50000"/>
                    <a:lumOff val="50000"/>
                  </a:schemeClr>
                </a:solidFill>
                <a:latin typeface="Trebuchet MS" panose="020B0603020202020204" pitchFamily="34" charset="0"/>
              </a:rPr>
              <a:t>=True </a:t>
            </a:r>
            <a:r>
              <a:rPr lang="en-US" sz="2400" dirty="0">
                <a:solidFill>
                  <a:schemeClr val="tx1">
                    <a:lumMod val="50000"/>
                    <a:lumOff val="50000"/>
                  </a:schemeClr>
                </a:solidFill>
                <a:latin typeface="Trebuchet MS" panose="020B0603020202020204" pitchFamily="34" charset="0"/>
              </a:rPr>
              <a:t>is added to the connection string then more than one data reader can be opened at the same time on the single connection object. It’s a feature in Ado.net 2.0 </a:t>
            </a:r>
            <a:endParaRPr lang="en-IN" sz="2400" dirty="0">
              <a:solidFill>
                <a:schemeClr val="tx1">
                  <a:lumMod val="50000"/>
                  <a:lumOff val="50000"/>
                </a:schemeClr>
              </a:solidFill>
              <a:latin typeface="Trebuchet MS" panose="020B0603020202020204" pitchFamily="34" charset="0"/>
            </a:endParaRPr>
          </a:p>
        </p:txBody>
      </p:sp>
    </p:spTree>
    <p:extLst>
      <p:ext uri="{BB962C8B-B14F-4D97-AF65-F5344CB8AC3E}">
        <p14:creationId xmlns:p14="http://schemas.microsoft.com/office/powerpoint/2010/main" val="3529561077"/>
      </p:ext>
    </p:extLst>
  </p:cSld>
  <p:clrMapOvr>
    <a:masterClrMapping/>
  </p:clrMapOvr>
</p:sld>
</file>

<file path=ppt/theme/theme1.xml><?xml version="1.0" encoding="utf-8"?>
<a:theme xmlns:a="http://schemas.openxmlformats.org/drawingml/2006/main" name="2018">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id="{B0E980CD-A54D-4681-878C-2746A87DC6E5}" vid="{62E40539-E070-47D4-8381-3EBCC8F4FC45}"/>
    </a:ext>
  </a:extLst>
</a:theme>
</file>

<file path=docProps/app.xml><?xml version="1.0" encoding="utf-8"?>
<Properties xmlns="http://schemas.openxmlformats.org/officeDocument/2006/extended-properties" xmlns:vt="http://schemas.openxmlformats.org/officeDocument/2006/docPropsVTypes">
  <Template>2018</Template>
  <TotalTime>962</TotalTime>
  <Words>699</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Segoe UI</vt:lpstr>
      <vt:lpstr>Trebuchet MS</vt:lpstr>
      <vt:lpstr>2018</vt:lpstr>
      <vt:lpstr>ADO.NET</vt:lpstr>
      <vt:lpstr>ADO.NET Architecture and Role of Managed Provider </vt:lpstr>
      <vt:lpstr>Role of Managed Provider </vt:lpstr>
      <vt:lpstr>Role of Managed Provider </vt:lpstr>
      <vt:lpstr>Important Objects in Managed Provider (ADO.NET Objects): </vt:lpstr>
      <vt:lpstr>What is Connection Pooling? </vt:lpstr>
      <vt:lpstr>Performing Insert, Update and Delete Operations </vt:lpstr>
      <vt:lpstr>SQLCommand Methods for execution of Commands: </vt:lpstr>
      <vt:lpstr>Fetching Data from Database – Select Statement </vt:lpstr>
      <vt:lpstr>MARS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Campaign</dc:title>
  <dc:creator>Manish Corriea</dc:creator>
  <cp:lastModifiedBy>Sunita Jain</cp:lastModifiedBy>
  <cp:revision>19</cp:revision>
  <dcterms:created xsi:type="dcterms:W3CDTF">2019-03-07T07:10:25Z</dcterms:created>
  <dcterms:modified xsi:type="dcterms:W3CDTF">2023-01-02T07:19:52Z</dcterms:modified>
</cp:coreProperties>
</file>