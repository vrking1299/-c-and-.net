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71" r:id="rId4"/>
    <p:sldId id="257" r:id="rId5"/>
    <p:sldId id="258" r:id="rId6"/>
    <p:sldId id="260" r:id="rId7"/>
    <p:sldId id="261" r:id="rId8"/>
    <p:sldId id="267" r:id="rId9"/>
    <p:sldId id="268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2A2A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724" y="5082520"/>
            <a:ext cx="1724772" cy="49638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516" y="4978669"/>
            <a:ext cx="2166937" cy="7040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624" y="1574538"/>
            <a:ext cx="8001000" cy="17015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624" y="3602038"/>
            <a:ext cx="8001000" cy="806816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/>
          <p:cNvSpPr/>
          <p:nvPr/>
        </p:nvSpPr>
        <p:spPr>
          <a:xfrm>
            <a:off x="7968342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/>
          <p:cNvSpPr/>
          <p:nvPr/>
        </p:nvSpPr>
        <p:spPr>
          <a:xfrm rot="10800000">
            <a:off x="5849258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2376" y="2661172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78160"/>
            <a:ext cx="9438716" cy="79760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53331"/>
            <a:ext cx="11067711" cy="501705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29424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686" y="1709739"/>
            <a:ext cx="7602764" cy="1892300"/>
          </a:xfrm>
        </p:spPr>
        <p:txBody>
          <a:bodyPr anchor="ctr"/>
          <a:lstStyle>
            <a:lvl1pPr algn="ctr">
              <a:defRPr sz="4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4686" y="3649066"/>
            <a:ext cx="7602764" cy="9809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376" y="2661172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71714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6343" y="254708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63091" y="214952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6343" y="267960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  <a:endParaRPr lang="en-US" sz="900" dirty="0">
              <a:solidFill>
                <a:schemeClr val="bg1"/>
              </a:solidFill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6343" y="267960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74CCF-98B4-411A-8810-C31E8C29E19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D0E78-183D-4F7D-A18B-8A4BED7B698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Sunita Jain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5195251" y="4576880"/>
            <a:ext cx="5167745" cy="141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/>
              <a:t>LINQ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156448"/>
            <a:ext cx="11039452" cy="5150263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90549" y="1199543"/>
          <a:ext cx="11039452" cy="5124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Bitmap Image" r:id="rId1" imgW="10229850" imgH="5876925" progId="Paint.Picture">
                  <p:embed/>
                </p:oleObj>
              </mc:Choice>
              <mc:Fallback>
                <p:oleObj name="Bitmap Image" r:id="rId1" imgW="10229850" imgH="5876925" progId="Paint.Picture">
                  <p:embed/>
                  <p:pic>
                    <p:nvPicPr>
                      <p:cNvPr id="0" name="Picture 206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90549" y="1199543"/>
                        <a:ext cx="11039452" cy="5124804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9520516" y="4894730"/>
            <a:ext cx="1667435" cy="658906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7767361" y="5815834"/>
            <a:ext cx="3332664" cy="4639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LINQ </a:t>
            </a:r>
            <a:endParaRPr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726724" y="1253332"/>
            <a:ext cx="10949461" cy="965660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LINQ (Language Integrated Query) is uniform query syntax in C#  to retrieve data from different sources such as arrays, databases ,collections , XML files.</a:t>
            </a:r>
            <a:endParaRPr lang="en-US" sz="9600" dirty="0"/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74286" y="3429000"/>
          <a:ext cx="90487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1" name="Bitmap Image" r:id="rId1" imgW="904875" imgH="1066800" progId="Paint.Picture">
                  <p:embed/>
                </p:oleObj>
              </mc:Choice>
              <mc:Fallback>
                <p:oleObj name="Bitmap Image" r:id="rId1" imgW="904875" imgH="1066800" progId="Paint.Picture">
                  <p:embed/>
                  <p:pic>
                    <p:nvPicPr>
                      <p:cNvPr id="0" name="Picture 1090"/>
                      <p:cNvPicPr/>
                      <p:nvPr/>
                    </p:nvPicPr>
                    <p:blipFill>
                      <a:blip r:embed="rId2">
                        <a:lum/>
                      </a:blip>
                      <a:stretch>
                        <a:fillRect/>
                      </a:stretch>
                    </p:blipFill>
                    <p:spPr>
                      <a:xfrm>
                        <a:off x="274286" y="3429000"/>
                        <a:ext cx="904875" cy="10668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1364566" y="3962400"/>
            <a:ext cx="82999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/>
          <p:cNvSpPr/>
          <p:nvPr/>
        </p:nvSpPr>
        <p:spPr>
          <a:xfrm>
            <a:off x="1364566" y="3429000"/>
            <a:ext cx="829994" cy="341135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rebuchet MS" panose="020B0603020202020204" pitchFamily="34" charset="0"/>
              </a:rPr>
              <a:t>uses</a:t>
            </a:r>
            <a:endParaRPr lang="en-IN" dirty="0">
              <a:solidFill>
                <a:schemeClr val="tx1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194560" y="3249637"/>
            <a:ext cx="1619250" cy="1350477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LINQ</a:t>
            </a:r>
            <a:endParaRPr lang="en-IN" sz="40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813810" y="3962400"/>
            <a:ext cx="1493798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263885" y="2624796"/>
            <a:ext cx="1868435" cy="133760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468703" y="2218992"/>
            <a:ext cx="3404382" cy="5836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Collection of Objects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68703" y="2913379"/>
            <a:ext cx="3404382" cy="5836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SQL Server Database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26974" y="3639908"/>
            <a:ext cx="3404382" cy="5836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Entity Framework DbSet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580762" y="4451699"/>
            <a:ext cx="3404382" cy="5836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ADO.NET Dataset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580762" y="5232137"/>
            <a:ext cx="3404382" cy="58369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XML Files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263885" y="3429000"/>
            <a:ext cx="2051315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263885" y="3962399"/>
            <a:ext cx="20513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317588" y="3967089"/>
            <a:ext cx="1997612" cy="6719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5317588" y="3967088"/>
            <a:ext cx="1814732" cy="14162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LINQ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26724" y="2349305"/>
            <a:ext cx="11039452" cy="183164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rebuchet MS" panose="020B0603020202020204" pitchFamily="34" charset="0"/>
              </a:rPr>
              <a:t>var result=Customers. Where(temp=&gt;temp.Location==“Mumbai”).ToList();</a:t>
            </a:r>
            <a:endParaRPr lang="en-IN" sz="2400" dirty="0">
              <a:latin typeface="Trebuchet MS" panose="020B0603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2656" y="1856935"/>
            <a:ext cx="11039452" cy="49237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Trebuchet MS" panose="020B0603020202020204" pitchFamily="34" charset="0"/>
              </a:rPr>
              <a:t>LINQ Query - Example</a:t>
            </a:r>
            <a:endParaRPr lang="en-IN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is LINQ 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53565" y="1253331"/>
            <a:ext cx="11412611" cy="1610893"/>
          </a:xfrm>
        </p:spPr>
        <p:txBody>
          <a:bodyPr/>
          <a:lstStyle/>
          <a:p>
            <a:r>
              <a:rPr lang="en-US" dirty="0"/>
              <a:t>LINQ queries return results as objects. It enables you to uses object-oriented approach on the result set and not to worry about transforming different formats of results into objects.</a:t>
            </a:r>
            <a:endParaRPr lang="en-US" dirty="0"/>
          </a:p>
          <a:p>
            <a:endParaRPr lang="en-IN" dirty="0"/>
          </a:p>
        </p:txBody>
      </p:sp>
      <p:pic>
        <p:nvPicPr>
          <p:cNvPr id="2052" name="Picture 4" descr="LINQ Query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3708" y="3107952"/>
            <a:ext cx="6965857" cy="1036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958353" y="3805518"/>
            <a:ext cx="2850776" cy="322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LINQ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3"/>
            <a:ext cx="11039452" cy="5053380"/>
          </a:xfrm>
        </p:spPr>
        <p:txBody>
          <a:bodyPr/>
          <a:lstStyle/>
          <a:p>
            <a:r>
              <a:rPr lang="en-US" b="1" dirty="0"/>
              <a:t>Single Syntax to Query Multiple Data Sources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Compile-time Checking for Query Errors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IntelliSence Support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LINQ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3"/>
            <a:ext cx="11039452" cy="5053380"/>
          </a:xfrm>
        </p:spPr>
        <p:txBody>
          <a:bodyPr>
            <a:normAutofit/>
          </a:bodyPr>
          <a:lstStyle/>
          <a:p>
            <a:r>
              <a:rPr lang="en-US" b="1" dirty="0"/>
              <a:t>Single Syntax to Query Multiple Data Sources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Developer uses the same LINQ syntax to retrieve information from various data sources such as collections, SQL Server database, Entity Framework DbSet’s, ADO.NET Dataset etc.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Compile-time Checking for Query Errors</a:t>
            </a: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IntelliSence Support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LINQ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3"/>
            <a:ext cx="11039452" cy="5053380"/>
          </a:xfrm>
        </p:spPr>
        <p:txBody>
          <a:bodyPr>
            <a:normAutofit/>
          </a:bodyPr>
          <a:lstStyle/>
          <a:p>
            <a:r>
              <a:rPr lang="en-US" b="1" dirty="0"/>
              <a:t>Single Syntax to Query Multiple Data Sources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Developer uses the same LINQ syntax to retrieve information from various data sources such as collections, SQL Server database, Entity Framework DbSet’s, ADO.NET Dataset etc.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Compile-time Checking for Query Errors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Errors in the LINQ query will be identified while compilation time/ while 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Writing the code in visual Studio.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IntelliSence Support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Advantages of LINQ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6724" y="1293673"/>
            <a:ext cx="11039452" cy="505338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Single Syntax to Query Multiple Data Sources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Developer uses the same LINQ syntax to retrieve information from various data sources such as collections, SQL Server database, Entity Framework DbSet’s, ADO.NET Dataset etc.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Compile-time Checking for Query Errors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Errors in the LINQ query will be identified while compilation time/ while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Writing the code in visual Studio.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IntelliSence Support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list of properties of types are shown in VS Intelligence while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Writing the LINQ queries.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197478"/>
            <a:ext cx="9438716" cy="797605"/>
          </a:xfrm>
        </p:spPr>
        <p:txBody>
          <a:bodyPr/>
          <a:lstStyle/>
          <a:p>
            <a:r>
              <a:rPr lang="en-IN" dirty="0"/>
              <a:t>LINQ Extension Methods</a:t>
            </a:r>
            <a:endParaRPr lang="en-IN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53565" y="803782"/>
          <a:ext cx="11484870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7414"/>
                <a:gridCol w="9317456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Classification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Linq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Extention</a:t>
                      </a:r>
                      <a:r>
                        <a:rPr lang="en-IN" dirty="0"/>
                        <a:t> Methods/</a:t>
                      </a:r>
                      <a:r>
                        <a:rPr lang="en-IN" dirty="0" err="1"/>
                        <a:t>Linq</a:t>
                      </a:r>
                      <a:r>
                        <a:rPr lang="en-IN" dirty="0"/>
                        <a:t> Operators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Filtering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Where ,</a:t>
                      </a:r>
                      <a:r>
                        <a:rPr lang="en-IN" dirty="0" err="1"/>
                        <a:t>ofType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Sorting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Orderby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OrderByDecending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ThenBy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ThenByDecending</a:t>
                      </a:r>
                      <a:r>
                        <a:rPr lang="en-IN" dirty="0"/>
                        <a:t>, Reverse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Grouping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GroupBy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Join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Join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Project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Select,SelectMany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Aggregation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Average,Count,min,max,sum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Quantities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All,Any,Contains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Elements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ElementsAt,ElementsAtOrDefault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First,FirstOrDefault,Last,LastOrDefault,Single,SingleOrDefault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Set </a:t>
                      </a:r>
                      <a:r>
                        <a:rPr lang="en-IN" dirty="0" err="1"/>
                        <a:t>Operastors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Distinct,Intersect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Except,Union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Partitioning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Skip,SkipWhile,Take,TakeWhile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Concatination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Concat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Equality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SequenceEaual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Generation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DefaultEmpty,Empty,Range</a:t>
                      </a:r>
                      <a:r>
                        <a:rPr lang="en-IN" dirty="0"/>
                        <a:t>, Repeat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Conversion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AsEnumrable</a:t>
                      </a:r>
                      <a:r>
                        <a:rPr lang="en-IN" dirty="0"/>
                        <a:t> ,</a:t>
                      </a:r>
                      <a:r>
                        <a:rPr lang="en-IN" dirty="0" err="1"/>
                        <a:t>AsQuerable,cast,ToArray,ToDirectory,ToList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0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</Template>
  <TotalTime>0</TotalTime>
  <Words>2497</Words>
  <Application>WPS Presentation</Application>
  <PresentationFormat>Widescreen</PresentationFormat>
  <Paragraphs>155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Segoe UI</vt:lpstr>
      <vt:lpstr>Trebuchet MS</vt:lpstr>
      <vt:lpstr>Calibri</vt:lpstr>
      <vt:lpstr>Microsoft YaHei</vt:lpstr>
      <vt:lpstr>Arial Unicode MS</vt:lpstr>
      <vt:lpstr>Calibri Light</vt:lpstr>
      <vt:lpstr>2018</vt:lpstr>
      <vt:lpstr>Paint.Picture</vt:lpstr>
      <vt:lpstr>Paint.Picture</vt:lpstr>
      <vt:lpstr>LINQ</vt:lpstr>
      <vt:lpstr>PowerPoint 演示文稿</vt:lpstr>
      <vt:lpstr>What is LINQ </vt:lpstr>
      <vt:lpstr>What is LINQ </vt:lpstr>
      <vt:lpstr>What is LINQ </vt:lpstr>
      <vt:lpstr>Advantages of LINQ</vt:lpstr>
      <vt:lpstr>Advantages of LINQ</vt:lpstr>
      <vt:lpstr>Advantages of LINQ</vt:lpstr>
      <vt:lpstr>Advantages of LINQ</vt:lpstr>
      <vt:lpstr>LINQ Extension Methods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Campaign</dc:title>
  <dc:creator>Manish Corriea</dc:creator>
  <cp:lastModifiedBy>Sunita.Jain</cp:lastModifiedBy>
  <cp:revision>45</cp:revision>
  <dcterms:created xsi:type="dcterms:W3CDTF">2019-03-07T07:10:00Z</dcterms:created>
  <dcterms:modified xsi:type="dcterms:W3CDTF">2023-08-09T04:27:45Z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DB3D6CDB9B22453280B29FCA3B2B05C2_12</vt:lpwstr>
  </property>
  <property fmtid="{D5CDD505-2E9C-101B-9397-08002B2CF9AE}" pid="3" name="KSOProductBuildVer">
    <vt:lpwstr>1033-12.2.0.13110</vt:lpwstr>
  </property>
</Properties>
</file>